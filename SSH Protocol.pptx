
<file path=[Content_Types].xml><?xml version="1.0" encoding="utf-8"?>
<Types xmlns="http://schemas.openxmlformats.org/package/2006/content-types">
  <Default Extension="png" ContentType="image/png"/>
  <Default Extension="jfif"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5" r:id="rId4"/>
  </p:sldMasterIdLst>
  <p:notesMasterIdLst>
    <p:notesMasterId r:id="rId16"/>
  </p:notesMasterIdLst>
  <p:sldIdLst>
    <p:sldId id="343" r:id="rId5"/>
    <p:sldId id="257" r:id="rId6"/>
    <p:sldId id="350" r:id="rId7"/>
    <p:sldId id="284" r:id="rId8"/>
    <p:sldId id="283" r:id="rId9"/>
    <p:sldId id="342" r:id="rId10"/>
    <p:sldId id="341" r:id="rId11"/>
    <p:sldId id="267" r:id="rId12"/>
    <p:sldId id="268" r:id="rId13"/>
    <p:sldId id="259" r:id="rId14"/>
    <p:sldId id="34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9FF"/>
    <a:srgbClr val="EDEFF7"/>
    <a:srgbClr val="D0D1D9"/>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32" autoAdjust="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39F5BA-60B0-4A06-B235-1E9BF675AF8E}" type="doc">
      <dgm:prSet loTypeId="urn:microsoft.com/office/officeart/2005/8/layout/venn1" loCatId="relationship" qsTypeId="urn:microsoft.com/office/officeart/2005/8/quickstyle/simple1" qsCatId="simple" csTypeId="urn:microsoft.com/office/officeart/2005/8/colors/accent3_4" csCatId="accent3"/>
      <dgm:spPr/>
      <dgm:t>
        <a:bodyPr/>
        <a:lstStyle/>
        <a:p>
          <a:endParaRPr lang="en-US"/>
        </a:p>
      </dgm:t>
    </dgm:pt>
    <dgm:pt modelId="{C4C00E24-49B1-4B18-BA64-DD786FC92280}">
      <dgm:prSet/>
      <dgm:spPr/>
      <dgm:t>
        <a:bodyPr/>
        <a:lstStyle/>
        <a:p>
          <a:pPr rtl="0"/>
          <a:r>
            <a:rPr lang="en-GB" smtClean="0"/>
            <a:t>Symmetrical Encryption</a:t>
          </a:r>
          <a:endParaRPr lang="en-GB"/>
        </a:p>
      </dgm:t>
    </dgm:pt>
    <dgm:pt modelId="{F29D1920-E377-4707-9314-82AAE4A8C940}" type="parTrans" cxnId="{D408156E-137C-489B-BBE7-7E1642A24585}">
      <dgm:prSet/>
      <dgm:spPr/>
      <dgm:t>
        <a:bodyPr/>
        <a:lstStyle/>
        <a:p>
          <a:endParaRPr lang="en-US"/>
        </a:p>
      </dgm:t>
    </dgm:pt>
    <dgm:pt modelId="{24566699-8920-4044-99F9-69FC333CB1A8}" type="sibTrans" cxnId="{D408156E-137C-489B-BBE7-7E1642A24585}">
      <dgm:prSet/>
      <dgm:spPr/>
      <dgm:t>
        <a:bodyPr/>
        <a:lstStyle/>
        <a:p>
          <a:endParaRPr lang="en-US"/>
        </a:p>
      </dgm:t>
    </dgm:pt>
    <dgm:pt modelId="{21A38A1D-D92B-4AE9-9781-4CB48E2D2E21}">
      <dgm:prSet/>
      <dgm:spPr/>
      <dgm:t>
        <a:bodyPr/>
        <a:lstStyle/>
        <a:p>
          <a:pPr rtl="0"/>
          <a:r>
            <a:rPr lang="en-GB" smtClean="0"/>
            <a:t>Asymmetrical Encrytion</a:t>
          </a:r>
          <a:endParaRPr lang="en-GB"/>
        </a:p>
      </dgm:t>
    </dgm:pt>
    <dgm:pt modelId="{5A54862A-4FE7-4D73-B229-1C5D7E72FD0A}" type="parTrans" cxnId="{C47ADCCD-2376-478A-B441-6A6E0E1AD554}">
      <dgm:prSet/>
      <dgm:spPr/>
      <dgm:t>
        <a:bodyPr/>
        <a:lstStyle/>
        <a:p>
          <a:endParaRPr lang="en-US"/>
        </a:p>
      </dgm:t>
    </dgm:pt>
    <dgm:pt modelId="{9B7517EB-55EB-4596-A74D-E623D9588316}" type="sibTrans" cxnId="{C47ADCCD-2376-478A-B441-6A6E0E1AD554}">
      <dgm:prSet/>
      <dgm:spPr/>
      <dgm:t>
        <a:bodyPr/>
        <a:lstStyle/>
        <a:p>
          <a:endParaRPr lang="en-US"/>
        </a:p>
      </dgm:t>
    </dgm:pt>
    <dgm:pt modelId="{0241A02F-062C-4889-B029-A50D8F6670A6}">
      <dgm:prSet/>
      <dgm:spPr/>
      <dgm:t>
        <a:bodyPr/>
        <a:lstStyle/>
        <a:p>
          <a:pPr rtl="0"/>
          <a:r>
            <a:rPr lang="en-GB" smtClean="0"/>
            <a:t>Hashing</a:t>
          </a:r>
          <a:endParaRPr lang="en-GB"/>
        </a:p>
      </dgm:t>
    </dgm:pt>
    <dgm:pt modelId="{9AAD0500-8E8B-495F-AD39-E12D94A11E6A}" type="parTrans" cxnId="{05621DF9-8119-48CF-923B-166CACCE48E9}">
      <dgm:prSet/>
      <dgm:spPr/>
      <dgm:t>
        <a:bodyPr/>
        <a:lstStyle/>
        <a:p>
          <a:endParaRPr lang="en-US"/>
        </a:p>
      </dgm:t>
    </dgm:pt>
    <dgm:pt modelId="{FC2E9055-495F-42DD-ABB8-7BB3E3296F9C}" type="sibTrans" cxnId="{05621DF9-8119-48CF-923B-166CACCE48E9}">
      <dgm:prSet/>
      <dgm:spPr/>
      <dgm:t>
        <a:bodyPr/>
        <a:lstStyle/>
        <a:p>
          <a:endParaRPr lang="en-US"/>
        </a:p>
      </dgm:t>
    </dgm:pt>
    <dgm:pt modelId="{EE2B4D74-7ACE-4496-8F1B-6CACD0987835}" type="pres">
      <dgm:prSet presAssocID="{1439F5BA-60B0-4A06-B235-1E9BF675AF8E}" presName="compositeShape" presStyleCnt="0">
        <dgm:presLayoutVars>
          <dgm:chMax val="7"/>
          <dgm:dir val="rev"/>
          <dgm:resizeHandles val="exact"/>
        </dgm:presLayoutVars>
      </dgm:prSet>
      <dgm:spPr/>
      <dgm:t>
        <a:bodyPr/>
        <a:lstStyle/>
        <a:p>
          <a:endParaRPr lang="en-US"/>
        </a:p>
      </dgm:t>
    </dgm:pt>
    <dgm:pt modelId="{42BB1533-7CE4-489C-9A21-635B434395F2}" type="pres">
      <dgm:prSet presAssocID="{C4C00E24-49B1-4B18-BA64-DD786FC92280}" presName="circ1" presStyleLbl="vennNode1" presStyleIdx="0" presStyleCnt="3"/>
      <dgm:spPr/>
      <dgm:t>
        <a:bodyPr/>
        <a:lstStyle/>
        <a:p>
          <a:endParaRPr lang="en-US"/>
        </a:p>
      </dgm:t>
    </dgm:pt>
    <dgm:pt modelId="{A2154DC1-25AF-44AF-8B3B-CB5DFBB82A18}" type="pres">
      <dgm:prSet presAssocID="{C4C00E24-49B1-4B18-BA64-DD786FC92280}" presName="circ1Tx" presStyleLbl="revTx" presStyleIdx="0" presStyleCnt="0">
        <dgm:presLayoutVars>
          <dgm:chMax val="0"/>
          <dgm:chPref val="0"/>
          <dgm:bulletEnabled val="1"/>
        </dgm:presLayoutVars>
      </dgm:prSet>
      <dgm:spPr/>
      <dgm:t>
        <a:bodyPr/>
        <a:lstStyle/>
        <a:p>
          <a:endParaRPr lang="en-US"/>
        </a:p>
      </dgm:t>
    </dgm:pt>
    <dgm:pt modelId="{7B3F21F7-A966-4BCA-BC55-AB799F452329}" type="pres">
      <dgm:prSet presAssocID="{21A38A1D-D92B-4AE9-9781-4CB48E2D2E21}" presName="circ2" presStyleLbl="vennNode1" presStyleIdx="1" presStyleCnt="3"/>
      <dgm:spPr/>
      <dgm:t>
        <a:bodyPr/>
        <a:lstStyle/>
        <a:p>
          <a:endParaRPr lang="en-US"/>
        </a:p>
      </dgm:t>
    </dgm:pt>
    <dgm:pt modelId="{BC37EFE2-2120-4E83-ABE7-310F5A122D87}" type="pres">
      <dgm:prSet presAssocID="{21A38A1D-D92B-4AE9-9781-4CB48E2D2E21}" presName="circ2Tx" presStyleLbl="revTx" presStyleIdx="0" presStyleCnt="0">
        <dgm:presLayoutVars>
          <dgm:chMax val="0"/>
          <dgm:chPref val="0"/>
          <dgm:bulletEnabled val="1"/>
        </dgm:presLayoutVars>
      </dgm:prSet>
      <dgm:spPr/>
      <dgm:t>
        <a:bodyPr/>
        <a:lstStyle/>
        <a:p>
          <a:endParaRPr lang="en-US"/>
        </a:p>
      </dgm:t>
    </dgm:pt>
    <dgm:pt modelId="{E45680A2-CC6D-48B9-AD7D-8E7C5F80A162}" type="pres">
      <dgm:prSet presAssocID="{0241A02F-062C-4889-B029-A50D8F6670A6}" presName="circ3" presStyleLbl="vennNode1" presStyleIdx="2" presStyleCnt="3"/>
      <dgm:spPr/>
      <dgm:t>
        <a:bodyPr/>
        <a:lstStyle/>
        <a:p>
          <a:endParaRPr lang="en-US"/>
        </a:p>
      </dgm:t>
    </dgm:pt>
    <dgm:pt modelId="{9D1DAB8D-E846-4557-B725-1C81C72247ED}" type="pres">
      <dgm:prSet presAssocID="{0241A02F-062C-4889-B029-A50D8F6670A6}" presName="circ3Tx" presStyleLbl="revTx" presStyleIdx="0" presStyleCnt="0">
        <dgm:presLayoutVars>
          <dgm:chMax val="0"/>
          <dgm:chPref val="0"/>
          <dgm:bulletEnabled val="1"/>
        </dgm:presLayoutVars>
      </dgm:prSet>
      <dgm:spPr/>
      <dgm:t>
        <a:bodyPr/>
        <a:lstStyle/>
        <a:p>
          <a:endParaRPr lang="en-US"/>
        </a:p>
      </dgm:t>
    </dgm:pt>
  </dgm:ptLst>
  <dgm:cxnLst>
    <dgm:cxn modelId="{DE2A4191-6729-4875-B83A-A0EFDEA68D71}" type="presOf" srcId="{C4C00E24-49B1-4B18-BA64-DD786FC92280}" destId="{A2154DC1-25AF-44AF-8B3B-CB5DFBB82A18}" srcOrd="1" destOrd="0" presId="urn:microsoft.com/office/officeart/2005/8/layout/venn1"/>
    <dgm:cxn modelId="{D8D6E2DF-269C-47C2-AFB3-F896C37E80C6}" type="presOf" srcId="{1439F5BA-60B0-4A06-B235-1E9BF675AF8E}" destId="{EE2B4D74-7ACE-4496-8F1B-6CACD0987835}" srcOrd="0" destOrd="0" presId="urn:microsoft.com/office/officeart/2005/8/layout/venn1"/>
    <dgm:cxn modelId="{D408156E-137C-489B-BBE7-7E1642A24585}" srcId="{1439F5BA-60B0-4A06-B235-1E9BF675AF8E}" destId="{C4C00E24-49B1-4B18-BA64-DD786FC92280}" srcOrd="0" destOrd="0" parTransId="{F29D1920-E377-4707-9314-82AAE4A8C940}" sibTransId="{24566699-8920-4044-99F9-69FC333CB1A8}"/>
    <dgm:cxn modelId="{38C544A6-E4D6-4DCA-8A3A-09FCE2DEF7F3}" type="presOf" srcId="{21A38A1D-D92B-4AE9-9781-4CB48E2D2E21}" destId="{9D1DAB8D-E846-4557-B725-1C81C72247ED}" srcOrd="1" destOrd="0" presId="urn:microsoft.com/office/officeart/2005/8/layout/venn1"/>
    <dgm:cxn modelId="{C47ADCCD-2376-478A-B441-6A6E0E1AD554}" srcId="{1439F5BA-60B0-4A06-B235-1E9BF675AF8E}" destId="{21A38A1D-D92B-4AE9-9781-4CB48E2D2E21}" srcOrd="1" destOrd="0" parTransId="{5A54862A-4FE7-4D73-B229-1C5D7E72FD0A}" sibTransId="{9B7517EB-55EB-4596-A74D-E623D9588316}"/>
    <dgm:cxn modelId="{05621DF9-8119-48CF-923B-166CACCE48E9}" srcId="{1439F5BA-60B0-4A06-B235-1E9BF675AF8E}" destId="{0241A02F-062C-4889-B029-A50D8F6670A6}" srcOrd="2" destOrd="0" parTransId="{9AAD0500-8E8B-495F-AD39-E12D94A11E6A}" sibTransId="{FC2E9055-495F-42DD-ABB8-7BB3E3296F9C}"/>
    <dgm:cxn modelId="{08E23F94-75BF-4AC7-AAD2-485F4F8DDEED}" type="presOf" srcId="{21A38A1D-D92B-4AE9-9781-4CB48E2D2E21}" destId="{E45680A2-CC6D-48B9-AD7D-8E7C5F80A162}" srcOrd="0" destOrd="0" presId="urn:microsoft.com/office/officeart/2005/8/layout/venn1"/>
    <dgm:cxn modelId="{FC095C73-4BDC-409B-90CA-82D352898812}" type="presOf" srcId="{C4C00E24-49B1-4B18-BA64-DD786FC92280}" destId="{42BB1533-7CE4-489C-9A21-635B434395F2}" srcOrd="0" destOrd="0" presId="urn:microsoft.com/office/officeart/2005/8/layout/venn1"/>
    <dgm:cxn modelId="{19FBB5F4-BE65-43E5-87C3-9C50581876F1}" type="presOf" srcId="{0241A02F-062C-4889-B029-A50D8F6670A6}" destId="{BC37EFE2-2120-4E83-ABE7-310F5A122D87}" srcOrd="1" destOrd="0" presId="urn:microsoft.com/office/officeart/2005/8/layout/venn1"/>
    <dgm:cxn modelId="{D8F0417B-CCCE-42AF-950D-5CE4492C1D16}" type="presOf" srcId="{0241A02F-062C-4889-B029-A50D8F6670A6}" destId="{7B3F21F7-A966-4BCA-BC55-AB799F452329}" srcOrd="0" destOrd="0" presId="urn:microsoft.com/office/officeart/2005/8/layout/venn1"/>
    <dgm:cxn modelId="{39F2C798-82BA-475D-B844-72637E93B165}" type="presParOf" srcId="{EE2B4D74-7ACE-4496-8F1B-6CACD0987835}" destId="{42BB1533-7CE4-489C-9A21-635B434395F2}" srcOrd="0" destOrd="0" presId="urn:microsoft.com/office/officeart/2005/8/layout/venn1"/>
    <dgm:cxn modelId="{F90317CC-440E-4D95-8174-0E13DC9376E6}" type="presParOf" srcId="{EE2B4D74-7ACE-4496-8F1B-6CACD0987835}" destId="{A2154DC1-25AF-44AF-8B3B-CB5DFBB82A18}" srcOrd="1" destOrd="0" presId="urn:microsoft.com/office/officeart/2005/8/layout/venn1"/>
    <dgm:cxn modelId="{699FF3B8-CE4F-4794-9400-85030726D28C}" type="presParOf" srcId="{EE2B4D74-7ACE-4496-8F1B-6CACD0987835}" destId="{7B3F21F7-A966-4BCA-BC55-AB799F452329}" srcOrd="2" destOrd="0" presId="urn:microsoft.com/office/officeart/2005/8/layout/venn1"/>
    <dgm:cxn modelId="{C0013B41-3CA0-48CD-97BA-A170FA306D7E}" type="presParOf" srcId="{EE2B4D74-7ACE-4496-8F1B-6CACD0987835}" destId="{BC37EFE2-2120-4E83-ABE7-310F5A122D87}" srcOrd="3" destOrd="0" presId="urn:microsoft.com/office/officeart/2005/8/layout/venn1"/>
    <dgm:cxn modelId="{FFCF08AE-6166-4BCE-9225-7D506BCA2450}" type="presParOf" srcId="{EE2B4D74-7ACE-4496-8F1B-6CACD0987835}" destId="{E45680A2-CC6D-48B9-AD7D-8E7C5F80A162}" srcOrd="4" destOrd="0" presId="urn:microsoft.com/office/officeart/2005/8/layout/venn1"/>
    <dgm:cxn modelId="{61B8FEC6-2FC3-4E1C-9D08-93397FE22C5B}" type="presParOf" srcId="{EE2B4D74-7ACE-4496-8F1B-6CACD0987835}" destId="{9D1DAB8D-E846-4557-B725-1C81C72247ED}"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F98948-3320-4B7F-80FB-AB1137B5078B}" type="doc">
      <dgm:prSet loTypeId="urn:microsoft.com/office/officeart/2005/8/layout/hProcess10"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5F858BE-12F3-4653-B340-0B188B98203C}">
      <dgm:prSet custT="1"/>
      <dgm:spPr>
        <a:noFill/>
        <a:ln>
          <a:noFill/>
        </a:ln>
      </dgm:spPr>
      <dgm:t>
        <a:bodyPr anchor="ctr"/>
        <a:lstStyle/>
        <a:p>
          <a:pPr algn="ctr"/>
          <a:r>
            <a:rPr lang="en-US" sz="1600" smtClean="0">
              <a:solidFill>
                <a:schemeClr val="tx1"/>
              </a:solidFill>
            </a:rPr>
            <a:t>Cài đặt SSH trên máy chủ web Linux</a:t>
          </a:r>
          <a:endParaRPr lang="en-US" sz="1600" dirty="0">
            <a:solidFill>
              <a:schemeClr val="tx1"/>
            </a:solidFill>
          </a:endParaRPr>
        </a:p>
      </dgm:t>
    </dgm:pt>
    <dgm:pt modelId="{A18FFBF8-8B7D-40D4-A330-31FF915469FD}" type="parTrans" cxnId="{DEBC30EA-F307-450A-9FE0-DE38E709B7C6}">
      <dgm:prSet/>
      <dgm:spPr/>
      <dgm:t>
        <a:bodyPr/>
        <a:lstStyle/>
        <a:p>
          <a:pPr algn="ctr"/>
          <a:endParaRPr lang="en-US" sz="1600">
            <a:solidFill>
              <a:schemeClr val="tx1"/>
            </a:solidFill>
          </a:endParaRPr>
        </a:p>
      </dgm:t>
    </dgm:pt>
    <dgm:pt modelId="{BAF7F54C-54BB-4E32-A3BE-70FDDE1ACC7A}" type="sibTrans" cxnId="{DEBC30EA-F307-450A-9FE0-DE38E709B7C6}">
      <dgm:prSet/>
      <dgm:spPr>
        <a:solidFill>
          <a:schemeClr val="accent3"/>
        </a:solidFill>
      </dgm:spPr>
      <dgm:t>
        <a:bodyPr/>
        <a:lstStyle/>
        <a:p>
          <a:pPr algn="ctr"/>
          <a:endParaRPr lang="en-US" sz="1600" dirty="0">
            <a:solidFill>
              <a:schemeClr val="tx1"/>
            </a:solidFill>
          </a:endParaRPr>
        </a:p>
      </dgm:t>
    </dgm:pt>
    <dgm:pt modelId="{18935234-F39B-4F64-9D3E-ECC198090598}">
      <dgm:prSet custT="1"/>
      <dgm:spPr>
        <a:noFill/>
        <a:ln>
          <a:noFill/>
        </a:ln>
      </dgm:spPr>
      <dgm:t>
        <a:bodyPr/>
        <a:lstStyle/>
        <a:p>
          <a:pPr algn="ctr"/>
          <a:r>
            <a:rPr lang="en-US" sz="1600" smtClean="0"/>
            <a:t>Cấu hình tường lửa để cho phép người dùng Internet có thể truy cập được máy chủ web thông qua SSH</a:t>
          </a:r>
          <a:endParaRPr lang="en-US" sz="1600" dirty="0">
            <a:solidFill>
              <a:schemeClr val="tx1"/>
            </a:solidFill>
          </a:endParaRPr>
        </a:p>
      </dgm:t>
    </dgm:pt>
    <dgm:pt modelId="{B6CB3CF8-E647-4BD2-92CD-1EEA584C5221}" type="parTrans" cxnId="{91D2593C-7D74-43E8-BC24-122A9C83402E}">
      <dgm:prSet/>
      <dgm:spPr/>
      <dgm:t>
        <a:bodyPr/>
        <a:lstStyle/>
        <a:p>
          <a:pPr algn="ctr"/>
          <a:endParaRPr lang="en-US" sz="1600">
            <a:solidFill>
              <a:schemeClr val="tx1"/>
            </a:solidFill>
          </a:endParaRPr>
        </a:p>
      </dgm:t>
    </dgm:pt>
    <dgm:pt modelId="{A80C0A60-9866-4750-AF50-82E6D30D27C4}" type="sibTrans" cxnId="{91D2593C-7D74-43E8-BC24-122A9C83402E}">
      <dgm:prSet/>
      <dgm:spPr/>
      <dgm:t>
        <a:bodyPr/>
        <a:lstStyle/>
        <a:p>
          <a:pPr algn="ctr"/>
          <a:endParaRPr lang="en-US" sz="1600" dirty="0">
            <a:solidFill>
              <a:schemeClr val="tx1"/>
            </a:solidFill>
          </a:endParaRPr>
        </a:p>
      </dgm:t>
    </dgm:pt>
    <dgm:pt modelId="{3CA3A262-78E2-46B9-86B9-EC5A18FB14DE}">
      <dgm:prSet custT="1"/>
      <dgm:spPr>
        <a:noFill/>
        <a:ln>
          <a:noFill/>
        </a:ln>
      </dgm:spPr>
      <dgm:t>
        <a:bodyPr/>
        <a:lstStyle/>
        <a:p>
          <a:pPr algn="ctr"/>
          <a:r>
            <a:rPr lang="en-US" sz="1600" smtClean="0"/>
            <a:t>Cấu hình chỉ cho phép người dùng quản trị truy cập, xác thực bằng mật khẩu, xác thực bằng khóa chia sẻ</a:t>
          </a:r>
          <a:endParaRPr lang="en-US" sz="1600" dirty="0">
            <a:solidFill>
              <a:schemeClr val="tx1"/>
            </a:solidFill>
          </a:endParaRPr>
        </a:p>
      </dgm:t>
    </dgm:pt>
    <dgm:pt modelId="{6BBE6B70-7535-4543-9D22-9A5FD3AA825E}" type="parTrans" cxnId="{DA22B488-0463-414F-B875-46191CF8188F}">
      <dgm:prSet/>
      <dgm:spPr/>
      <dgm:t>
        <a:bodyPr/>
        <a:lstStyle/>
        <a:p>
          <a:pPr algn="ctr"/>
          <a:endParaRPr lang="en-US" sz="1600">
            <a:solidFill>
              <a:schemeClr val="tx1"/>
            </a:solidFill>
          </a:endParaRPr>
        </a:p>
      </dgm:t>
    </dgm:pt>
    <dgm:pt modelId="{B3A5339B-3B69-46DF-810A-B2517955555D}" type="sibTrans" cxnId="{DA22B488-0463-414F-B875-46191CF8188F}">
      <dgm:prSet/>
      <dgm:spPr/>
      <dgm:t>
        <a:bodyPr/>
        <a:lstStyle/>
        <a:p>
          <a:pPr algn="ctr"/>
          <a:endParaRPr lang="en-US" sz="1600">
            <a:solidFill>
              <a:schemeClr val="tx1"/>
            </a:solidFill>
          </a:endParaRPr>
        </a:p>
      </dgm:t>
    </dgm:pt>
    <dgm:pt modelId="{D71E86D0-6050-6B48-A8A5-4C1AB935F287}" type="pres">
      <dgm:prSet presAssocID="{64F98948-3320-4B7F-80FB-AB1137B5078B}" presName="Name0" presStyleCnt="0">
        <dgm:presLayoutVars>
          <dgm:dir/>
          <dgm:resizeHandles val="exact"/>
        </dgm:presLayoutVars>
      </dgm:prSet>
      <dgm:spPr/>
      <dgm:t>
        <a:bodyPr/>
        <a:lstStyle/>
        <a:p>
          <a:endParaRPr lang="en-US"/>
        </a:p>
      </dgm:t>
    </dgm:pt>
    <dgm:pt modelId="{5E553F33-6118-FB40-89F3-15938F669FBE}" type="pres">
      <dgm:prSet presAssocID="{15F858BE-12F3-4653-B340-0B188B98203C}" presName="composite" presStyleCnt="0"/>
      <dgm:spPr/>
    </dgm:pt>
    <dgm:pt modelId="{F217DEC4-0687-9546-AFDA-7F63E3E4E63D}" type="pres">
      <dgm:prSet presAssocID="{15F858BE-12F3-4653-B340-0B188B98203C}" presName="imagSh" presStyleLbl="bgImgPlace1" presStyleIdx="0" presStyleCnt="3" custScaleX="60833" custScaleY="68683" custLinFactNeighborX="15146" custLinFactNeighborY="-7350"/>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t>
        <a:bodyPr/>
        <a:lstStyle/>
        <a:p>
          <a:endParaRPr lang="en-US"/>
        </a:p>
      </dgm:t>
      <dgm:extLst>
        <a:ext uri="{E40237B7-FDA0-4F09-8148-C483321AD2D9}">
          <dgm14:cNvPr xmlns:dgm14="http://schemas.microsoft.com/office/drawing/2010/diagram" id="0" name="" descr="Chat"/>
        </a:ext>
      </dgm:extLst>
    </dgm:pt>
    <dgm:pt modelId="{F7010F18-F6C1-6244-999C-6F4826BFEE21}" type="pres">
      <dgm:prSet presAssocID="{15F858BE-12F3-4653-B340-0B188B98203C}" presName="txNode" presStyleLbl="node1" presStyleIdx="0" presStyleCnt="3" custScaleY="100000" custLinFactNeighborX="-232" custLinFactNeighborY="7781">
        <dgm:presLayoutVars>
          <dgm:bulletEnabled val="1"/>
        </dgm:presLayoutVars>
      </dgm:prSet>
      <dgm:spPr/>
      <dgm:t>
        <a:bodyPr/>
        <a:lstStyle/>
        <a:p>
          <a:endParaRPr lang="en-US"/>
        </a:p>
      </dgm:t>
    </dgm:pt>
    <dgm:pt modelId="{B48CEBB2-ABEF-3441-AEA3-83AB1BDCA6CB}" type="pres">
      <dgm:prSet presAssocID="{BAF7F54C-54BB-4E32-A3BE-70FDDE1ACC7A}" presName="sibTrans" presStyleLbl="sibTrans2D1" presStyleIdx="0" presStyleCnt="2"/>
      <dgm:spPr/>
      <dgm:t>
        <a:bodyPr/>
        <a:lstStyle/>
        <a:p>
          <a:endParaRPr lang="en-US"/>
        </a:p>
      </dgm:t>
    </dgm:pt>
    <dgm:pt modelId="{CDFD3779-0C6D-ED4A-8A25-EEFA7EDEEBA8}" type="pres">
      <dgm:prSet presAssocID="{BAF7F54C-54BB-4E32-A3BE-70FDDE1ACC7A}" presName="connTx" presStyleLbl="sibTrans2D1" presStyleIdx="0" presStyleCnt="2"/>
      <dgm:spPr/>
      <dgm:t>
        <a:bodyPr/>
        <a:lstStyle/>
        <a:p>
          <a:endParaRPr lang="en-US"/>
        </a:p>
      </dgm:t>
    </dgm:pt>
    <dgm:pt modelId="{A3D74D30-2AE4-A945-80A5-CE2E48807439}" type="pres">
      <dgm:prSet presAssocID="{18935234-F39B-4F64-9D3E-ECC198090598}" presName="composite" presStyleCnt="0"/>
      <dgm:spPr/>
    </dgm:pt>
    <dgm:pt modelId="{E284C749-1295-0C4F-B1FC-783A25129564}" type="pres">
      <dgm:prSet presAssocID="{18935234-F39B-4F64-9D3E-ECC198090598}" presName="imagSh" presStyleLbl="bgImgPlace1" presStyleIdx="1" presStyleCnt="3" custScaleX="60833" custScaleY="68683" custLinFactNeighborX="16291" custLinFactNeighborY="-7088"/>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t>
        <a:bodyPr/>
        <a:lstStyle/>
        <a:p>
          <a:endParaRPr lang="en-US"/>
        </a:p>
      </dgm:t>
      <dgm:extLst>
        <a:ext uri="{E40237B7-FDA0-4F09-8148-C483321AD2D9}">
          <dgm14:cNvPr xmlns:dgm14="http://schemas.microsoft.com/office/drawing/2010/diagram" id="0" name="" descr="Puzzle"/>
        </a:ext>
      </dgm:extLst>
    </dgm:pt>
    <dgm:pt modelId="{81E0535B-114E-6F49-902E-9793A88FD7A2}" type="pres">
      <dgm:prSet presAssocID="{18935234-F39B-4F64-9D3E-ECC198090598}" presName="txNode" presStyleLbl="node1" presStyleIdx="1" presStyleCnt="3" custScaleY="100000" custLinFactNeighborX="12" custLinFactNeighborY="7785">
        <dgm:presLayoutVars>
          <dgm:bulletEnabled val="1"/>
        </dgm:presLayoutVars>
      </dgm:prSet>
      <dgm:spPr/>
      <dgm:t>
        <a:bodyPr/>
        <a:lstStyle/>
        <a:p>
          <a:endParaRPr lang="en-US"/>
        </a:p>
      </dgm:t>
    </dgm:pt>
    <dgm:pt modelId="{F44E78FC-A2BF-B94F-9C95-C81B202ABE44}" type="pres">
      <dgm:prSet presAssocID="{A80C0A60-9866-4750-AF50-82E6D30D27C4}" presName="sibTrans" presStyleLbl="sibTrans2D1" presStyleIdx="1" presStyleCnt="2" custScaleX="81572" custScaleY="114300"/>
      <dgm:spPr/>
      <dgm:t>
        <a:bodyPr/>
        <a:lstStyle/>
        <a:p>
          <a:endParaRPr lang="en-US"/>
        </a:p>
      </dgm:t>
    </dgm:pt>
    <dgm:pt modelId="{CE0FA63C-09D8-934F-91B5-588B4F27B949}" type="pres">
      <dgm:prSet presAssocID="{A80C0A60-9866-4750-AF50-82E6D30D27C4}" presName="connTx" presStyleLbl="sibTrans2D1" presStyleIdx="1" presStyleCnt="2"/>
      <dgm:spPr/>
      <dgm:t>
        <a:bodyPr/>
        <a:lstStyle/>
        <a:p>
          <a:endParaRPr lang="en-US"/>
        </a:p>
      </dgm:t>
    </dgm:pt>
    <dgm:pt modelId="{CC379880-0DFC-BC40-8044-92B945203AD3}" type="pres">
      <dgm:prSet presAssocID="{3CA3A262-78E2-46B9-86B9-EC5A18FB14DE}" presName="composite" presStyleCnt="0"/>
      <dgm:spPr/>
    </dgm:pt>
    <dgm:pt modelId="{1CADC06F-09C6-D742-9130-63CA66649117}" type="pres">
      <dgm:prSet presAssocID="{3CA3A262-78E2-46B9-86B9-EC5A18FB14DE}" presName="imagSh" presStyleLbl="bgImgPlace1" presStyleIdx="2" presStyleCnt="3" custScaleX="60833" custScaleY="68683" custLinFactNeighborX="15146" custLinFactNeighborY="-7088"/>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t>
        <a:bodyPr/>
        <a:lstStyle/>
        <a:p>
          <a:endParaRPr lang="en-US"/>
        </a:p>
      </dgm:t>
      <dgm:extLst>
        <a:ext uri="{E40237B7-FDA0-4F09-8148-C483321AD2D9}">
          <dgm14:cNvPr xmlns:dgm14="http://schemas.microsoft.com/office/drawing/2010/diagram" id="0" name="" descr="Fire"/>
        </a:ext>
      </dgm:extLst>
    </dgm:pt>
    <dgm:pt modelId="{6F26F383-AACD-1A41-8F77-717FC223BEE0}" type="pres">
      <dgm:prSet presAssocID="{3CA3A262-78E2-46B9-86B9-EC5A18FB14DE}" presName="txNode" presStyleLbl="node1" presStyleIdx="2" presStyleCnt="3" custScaleY="100000" custLinFactNeighborY="7785">
        <dgm:presLayoutVars>
          <dgm:bulletEnabled val="1"/>
        </dgm:presLayoutVars>
      </dgm:prSet>
      <dgm:spPr/>
      <dgm:t>
        <a:bodyPr/>
        <a:lstStyle/>
        <a:p>
          <a:endParaRPr lang="en-US"/>
        </a:p>
      </dgm:t>
    </dgm:pt>
  </dgm:ptLst>
  <dgm:cxnLst>
    <dgm:cxn modelId="{27B18F13-75D9-B34B-B64A-0CEE13570B09}" type="presOf" srcId="{64F98948-3320-4B7F-80FB-AB1137B5078B}" destId="{D71E86D0-6050-6B48-A8A5-4C1AB935F287}" srcOrd="0" destOrd="0" presId="urn:microsoft.com/office/officeart/2005/8/layout/hProcess10"/>
    <dgm:cxn modelId="{4A25D3B6-6AC7-174D-97D6-3E8F48F4E771}" type="presOf" srcId="{A80C0A60-9866-4750-AF50-82E6D30D27C4}" destId="{F44E78FC-A2BF-B94F-9C95-C81B202ABE44}" srcOrd="0" destOrd="0" presId="urn:microsoft.com/office/officeart/2005/8/layout/hProcess10"/>
    <dgm:cxn modelId="{520D18E4-D231-574D-B64D-D6C4244C1E3F}" type="presOf" srcId="{18935234-F39B-4F64-9D3E-ECC198090598}" destId="{81E0535B-114E-6F49-902E-9793A88FD7A2}" srcOrd="0" destOrd="0" presId="urn:microsoft.com/office/officeart/2005/8/layout/hProcess10"/>
    <dgm:cxn modelId="{FA95D97D-CE2A-9F49-A6D8-18333FD66426}" type="presOf" srcId="{A80C0A60-9866-4750-AF50-82E6D30D27C4}" destId="{CE0FA63C-09D8-934F-91B5-588B4F27B949}" srcOrd="1" destOrd="0" presId="urn:microsoft.com/office/officeart/2005/8/layout/hProcess10"/>
    <dgm:cxn modelId="{03765778-F70E-4E4F-AD78-3E86BF49035E}" type="presOf" srcId="{15F858BE-12F3-4653-B340-0B188B98203C}" destId="{F7010F18-F6C1-6244-999C-6F4826BFEE21}" srcOrd="0" destOrd="0" presId="urn:microsoft.com/office/officeart/2005/8/layout/hProcess10"/>
    <dgm:cxn modelId="{B8ABA3B5-ECCC-6D46-B337-803116BB5AAA}" type="presOf" srcId="{3CA3A262-78E2-46B9-86B9-EC5A18FB14DE}" destId="{6F26F383-AACD-1A41-8F77-717FC223BEE0}" srcOrd="0" destOrd="0" presId="urn:microsoft.com/office/officeart/2005/8/layout/hProcess10"/>
    <dgm:cxn modelId="{6F956729-1A9D-7C40-835D-B4CB60071877}" type="presOf" srcId="{BAF7F54C-54BB-4E32-A3BE-70FDDE1ACC7A}" destId="{CDFD3779-0C6D-ED4A-8A25-EEFA7EDEEBA8}" srcOrd="1" destOrd="0" presId="urn:microsoft.com/office/officeart/2005/8/layout/hProcess10"/>
    <dgm:cxn modelId="{DA22B488-0463-414F-B875-46191CF8188F}" srcId="{64F98948-3320-4B7F-80FB-AB1137B5078B}" destId="{3CA3A262-78E2-46B9-86B9-EC5A18FB14DE}" srcOrd="2" destOrd="0" parTransId="{6BBE6B70-7535-4543-9D22-9A5FD3AA825E}" sibTransId="{B3A5339B-3B69-46DF-810A-B2517955555D}"/>
    <dgm:cxn modelId="{DEBC30EA-F307-450A-9FE0-DE38E709B7C6}" srcId="{64F98948-3320-4B7F-80FB-AB1137B5078B}" destId="{15F858BE-12F3-4653-B340-0B188B98203C}" srcOrd="0" destOrd="0" parTransId="{A18FFBF8-8B7D-40D4-A330-31FF915469FD}" sibTransId="{BAF7F54C-54BB-4E32-A3BE-70FDDE1ACC7A}"/>
    <dgm:cxn modelId="{91D2593C-7D74-43E8-BC24-122A9C83402E}" srcId="{64F98948-3320-4B7F-80FB-AB1137B5078B}" destId="{18935234-F39B-4F64-9D3E-ECC198090598}" srcOrd="1" destOrd="0" parTransId="{B6CB3CF8-E647-4BD2-92CD-1EEA584C5221}" sibTransId="{A80C0A60-9866-4750-AF50-82E6D30D27C4}"/>
    <dgm:cxn modelId="{9616F733-D614-9E49-B45A-F626C05E0A0A}" type="presOf" srcId="{BAF7F54C-54BB-4E32-A3BE-70FDDE1ACC7A}" destId="{B48CEBB2-ABEF-3441-AEA3-83AB1BDCA6CB}" srcOrd="0" destOrd="0" presId="urn:microsoft.com/office/officeart/2005/8/layout/hProcess10"/>
    <dgm:cxn modelId="{46AC3F03-13B1-1343-BFE4-0F50E71E66C0}" type="presParOf" srcId="{D71E86D0-6050-6B48-A8A5-4C1AB935F287}" destId="{5E553F33-6118-FB40-89F3-15938F669FBE}" srcOrd="0" destOrd="0" presId="urn:microsoft.com/office/officeart/2005/8/layout/hProcess10"/>
    <dgm:cxn modelId="{8580CD58-3D7E-EC4B-A618-A71A19674BD4}" type="presParOf" srcId="{5E553F33-6118-FB40-89F3-15938F669FBE}" destId="{F217DEC4-0687-9546-AFDA-7F63E3E4E63D}" srcOrd="0" destOrd="0" presId="urn:microsoft.com/office/officeart/2005/8/layout/hProcess10"/>
    <dgm:cxn modelId="{8832B1FF-2E99-6E4A-B3E5-AD220CD534D2}" type="presParOf" srcId="{5E553F33-6118-FB40-89F3-15938F669FBE}" destId="{F7010F18-F6C1-6244-999C-6F4826BFEE21}" srcOrd="1" destOrd="0" presId="urn:microsoft.com/office/officeart/2005/8/layout/hProcess10"/>
    <dgm:cxn modelId="{E928AE63-7C58-C647-8CA7-D733A4A11C59}" type="presParOf" srcId="{D71E86D0-6050-6B48-A8A5-4C1AB935F287}" destId="{B48CEBB2-ABEF-3441-AEA3-83AB1BDCA6CB}" srcOrd="1" destOrd="0" presId="urn:microsoft.com/office/officeart/2005/8/layout/hProcess10"/>
    <dgm:cxn modelId="{D946D881-929D-7149-A7CB-7987A68A33E0}" type="presParOf" srcId="{B48CEBB2-ABEF-3441-AEA3-83AB1BDCA6CB}" destId="{CDFD3779-0C6D-ED4A-8A25-EEFA7EDEEBA8}" srcOrd="0" destOrd="0" presId="urn:microsoft.com/office/officeart/2005/8/layout/hProcess10"/>
    <dgm:cxn modelId="{1C441F21-4D72-4C47-A4E2-DC24F297A352}" type="presParOf" srcId="{D71E86D0-6050-6B48-A8A5-4C1AB935F287}" destId="{A3D74D30-2AE4-A945-80A5-CE2E48807439}" srcOrd="2" destOrd="0" presId="urn:microsoft.com/office/officeart/2005/8/layout/hProcess10"/>
    <dgm:cxn modelId="{2C29130C-C5FA-D64C-B3BC-C99144A11EB4}" type="presParOf" srcId="{A3D74D30-2AE4-A945-80A5-CE2E48807439}" destId="{E284C749-1295-0C4F-B1FC-783A25129564}" srcOrd="0" destOrd="0" presId="urn:microsoft.com/office/officeart/2005/8/layout/hProcess10"/>
    <dgm:cxn modelId="{AB5DF83F-E407-4246-81AD-A56189C2D1D2}" type="presParOf" srcId="{A3D74D30-2AE4-A945-80A5-CE2E48807439}" destId="{81E0535B-114E-6F49-902E-9793A88FD7A2}" srcOrd="1" destOrd="0" presId="urn:microsoft.com/office/officeart/2005/8/layout/hProcess10"/>
    <dgm:cxn modelId="{3A42A652-9223-0A45-B184-77E224F805A9}" type="presParOf" srcId="{D71E86D0-6050-6B48-A8A5-4C1AB935F287}" destId="{F44E78FC-A2BF-B94F-9C95-C81B202ABE44}" srcOrd="3" destOrd="0" presId="urn:microsoft.com/office/officeart/2005/8/layout/hProcess10"/>
    <dgm:cxn modelId="{8CD4F962-B721-DD42-82DB-E2046F67DB86}" type="presParOf" srcId="{F44E78FC-A2BF-B94F-9C95-C81B202ABE44}" destId="{CE0FA63C-09D8-934F-91B5-588B4F27B949}" srcOrd="0" destOrd="0" presId="urn:microsoft.com/office/officeart/2005/8/layout/hProcess10"/>
    <dgm:cxn modelId="{930649C5-0765-BF44-A3AD-D9E65EA3AFB8}" type="presParOf" srcId="{D71E86D0-6050-6B48-A8A5-4C1AB935F287}" destId="{CC379880-0DFC-BC40-8044-92B945203AD3}" srcOrd="4" destOrd="0" presId="urn:microsoft.com/office/officeart/2005/8/layout/hProcess10"/>
    <dgm:cxn modelId="{70B6C8CE-D2E4-5F4D-99D9-1D09E7629BF9}" type="presParOf" srcId="{CC379880-0DFC-BC40-8044-92B945203AD3}" destId="{1CADC06F-09C6-D742-9130-63CA66649117}" srcOrd="0" destOrd="0" presId="urn:microsoft.com/office/officeart/2005/8/layout/hProcess10"/>
    <dgm:cxn modelId="{F9624D1E-E935-CF40-A145-8C716413BC3B}" type="presParOf" srcId="{CC379880-0DFC-BC40-8044-92B945203AD3}" destId="{6F26F383-AACD-1A41-8F77-717FC223BEE0}"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C0B14E-AEA6-48D3-A387-ED4A3A3BF840}" type="doc">
      <dgm:prSet loTypeId="urn:microsoft.com/office/officeart/2005/8/layout/chevron1" loCatId="icon" qsTypeId="urn:microsoft.com/office/officeart/2005/8/quickstyle/simple1" qsCatId="simple" csTypeId="urn:microsoft.com/office/officeart/2005/8/colors/colorful3" csCatId="colorful" phldr="1"/>
      <dgm:spPr/>
      <dgm:t>
        <a:bodyPr/>
        <a:lstStyle/>
        <a:p>
          <a:endParaRPr lang="en-US"/>
        </a:p>
      </dgm:t>
    </dgm:pt>
    <dgm:pt modelId="{AACEAFD5-63CF-4AFC-B46F-BE086C5D447C}">
      <dgm:prSet phldrT="[Text]" custT="1"/>
      <dgm:spPr/>
      <dgm:t>
        <a:bodyPr/>
        <a:lstStyle/>
        <a:p>
          <a:r>
            <a:rPr lang="en-US" sz="1300" b="1" smtClean="0">
              <a:effectLst/>
              <a:latin typeface="+mj-lt"/>
            </a:rPr>
            <a:t>INTRODUCTION</a:t>
          </a:r>
          <a:endParaRPr lang="en-US" sz="1300" b="1" dirty="0">
            <a:effectLst/>
            <a:latin typeface="+mj-lt"/>
          </a:endParaRPr>
        </a:p>
      </dgm:t>
    </dgm:pt>
    <dgm:pt modelId="{7A0BD8EC-BB4A-4912-A54E-6F39B681264E}" type="parTrans" cxnId="{AE101ABC-7EA3-4444-A576-8AB15A371C84}">
      <dgm:prSet/>
      <dgm:spPr/>
      <dgm:t>
        <a:bodyPr/>
        <a:lstStyle/>
        <a:p>
          <a:endParaRPr lang="en-US" sz="1400"/>
        </a:p>
      </dgm:t>
    </dgm:pt>
    <dgm:pt modelId="{7A8D4B4D-06E9-4958-810D-A6226B6AC588}" type="sibTrans" cxnId="{AE101ABC-7EA3-4444-A576-8AB15A371C84}">
      <dgm:prSet/>
      <dgm:spPr/>
      <dgm:t>
        <a:bodyPr/>
        <a:lstStyle/>
        <a:p>
          <a:endParaRPr lang="en-US" sz="1400"/>
        </a:p>
      </dgm:t>
    </dgm:pt>
    <dgm:pt modelId="{349299C9-846E-4827-813A-349CCCE20782}">
      <dgm:prSet phldrT="[Text]" custT="1"/>
      <dgm:spPr/>
      <dgm:t>
        <a:bodyPr lIns="0" tIns="432000" rIns="182880" anchor="t" anchorCtr="0"/>
        <a:lstStyle/>
        <a:p>
          <a:pPr marL="0" lvl="0" indent="0" defTabSz="533400">
            <a:lnSpc>
              <a:spcPct val="100000"/>
            </a:lnSpc>
            <a:spcBef>
              <a:spcPct val="0"/>
            </a:spcBef>
            <a:spcAft>
              <a:spcPts val="0"/>
            </a:spcAft>
            <a:buNone/>
          </a:pPr>
          <a:r>
            <a:rPr lang="en-US" sz="1400" kern="1200" smtClean="0">
              <a:latin typeface="Times New Roman" panose="02020603050405020304" pitchFamily="18" charset="0"/>
              <a:ea typeface="+mn-ea"/>
              <a:cs typeface="Times New Roman" panose="02020603050405020304" pitchFamily="18" charset="0"/>
            </a:rPr>
            <a:t> Giới thiệu tổng quan về SSH</a:t>
          </a:r>
          <a:endParaRPr lang="en-US" sz="1400" kern="1200" dirty="0">
            <a:latin typeface="Times New Roman" panose="02020603050405020304" pitchFamily="18" charset="0"/>
            <a:ea typeface="+mn-ea"/>
            <a:cs typeface="Times New Roman" panose="02020603050405020304" pitchFamily="18" charset="0"/>
          </a:endParaRPr>
        </a:p>
      </dgm:t>
    </dgm:pt>
    <dgm:pt modelId="{AEA27547-B9ED-4994-BD27-04EC297EF367}" type="parTrans" cxnId="{0EFA3039-6828-403C-9445-4359BA6645E6}">
      <dgm:prSet/>
      <dgm:spPr/>
      <dgm:t>
        <a:bodyPr/>
        <a:lstStyle/>
        <a:p>
          <a:endParaRPr lang="en-US" sz="1400"/>
        </a:p>
      </dgm:t>
    </dgm:pt>
    <dgm:pt modelId="{9D819F52-ACA0-4B08-8256-DF6BD8FA3A0B}" type="sibTrans" cxnId="{0EFA3039-6828-403C-9445-4359BA6645E6}">
      <dgm:prSet/>
      <dgm:spPr/>
      <dgm:t>
        <a:bodyPr/>
        <a:lstStyle/>
        <a:p>
          <a:endParaRPr lang="en-US" sz="1400"/>
        </a:p>
      </dgm:t>
    </dgm:pt>
    <dgm:pt modelId="{5D70EFF5-8B31-4A1F-AE44-51E4CF0013EB}">
      <dgm:prSet phldrT="[Text]" custT="1"/>
      <dgm:spPr/>
      <dgm:t>
        <a:bodyPr lIns="0" tIns="432000" rIns="0" anchor="t" anchorCtr="0"/>
        <a:lstStyle/>
        <a:p>
          <a:pPr marL="17463" indent="0">
            <a:buNone/>
            <a:tabLst/>
          </a:pPr>
          <a:r>
            <a:rPr lang="en-US" sz="1400" smtClean="0">
              <a:latin typeface="Times New Roman" panose="02020603050405020304" pitchFamily="18" charset="0"/>
              <a:cs typeface="Times New Roman" panose="02020603050405020304" pitchFamily="18" charset="0"/>
            </a:rPr>
            <a:t> Các chức năng chính của SSH</a:t>
          </a:r>
          <a:endParaRPr lang="en-US" sz="1400" dirty="0">
            <a:latin typeface="Times New Roman" panose="02020603050405020304" pitchFamily="18" charset="0"/>
            <a:cs typeface="Times New Roman" panose="02020603050405020304" pitchFamily="18" charset="0"/>
          </a:endParaRPr>
        </a:p>
      </dgm:t>
    </dgm:pt>
    <dgm:pt modelId="{96C720A0-FEEF-48D1-8DF6-ABA03C304822}" type="parTrans" cxnId="{E97FF64F-8020-497E-AE7D-2395DDA4560D}">
      <dgm:prSet/>
      <dgm:spPr/>
      <dgm:t>
        <a:bodyPr/>
        <a:lstStyle/>
        <a:p>
          <a:endParaRPr lang="en-US" sz="1400"/>
        </a:p>
      </dgm:t>
    </dgm:pt>
    <dgm:pt modelId="{B6A59CDE-18AD-4553-B6C5-FF001A8E8510}" type="sibTrans" cxnId="{E97FF64F-8020-497E-AE7D-2395DDA4560D}">
      <dgm:prSet/>
      <dgm:spPr/>
      <dgm:t>
        <a:bodyPr/>
        <a:lstStyle/>
        <a:p>
          <a:endParaRPr lang="en-US" sz="1400"/>
        </a:p>
      </dgm:t>
    </dgm:pt>
    <dgm:pt modelId="{D71FC021-6A65-44D1-95B9-0E6C89079866}">
      <dgm:prSet phldrT="[Text]" custT="1"/>
      <dgm:spPr/>
      <dgm:t>
        <a:bodyPr/>
        <a:lstStyle/>
        <a:p>
          <a:r>
            <a:rPr lang="en-US" sz="1300" b="1" smtClean="0">
              <a:effectLst/>
              <a:latin typeface="+mj-lt"/>
            </a:rPr>
            <a:t>ARCHITECTURE</a:t>
          </a:r>
          <a:endParaRPr lang="en-US" sz="1300" b="1" dirty="0">
            <a:effectLst/>
            <a:latin typeface="+mj-lt"/>
          </a:endParaRPr>
        </a:p>
      </dgm:t>
    </dgm:pt>
    <dgm:pt modelId="{862AAE39-3AAD-40E3-BA20-90187BD73242}" type="parTrans" cxnId="{53239C96-427C-420B-95DC-546F3B30ED65}">
      <dgm:prSet/>
      <dgm:spPr/>
      <dgm:t>
        <a:bodyPr/>
        <a:lstStyle/>
        <a:p>
          <a:endParaRPr lang="en-US" sz="1400"/>
        </a:p>
      </dgm:t>
    </dgm:pt>
    <dgm:pt modelId="{9B090D9D-470E-46E2-AABB-0368A52481AA}" type="sibTrans" cxnId="{53239C96-427C-420B-95DC-546F3B30ED65}">
      <dgm:prSet/>
      <dgm:spPr/>
      <dgm:t>
        <a:bodyPr/>
        <a:lstStyle/>
        <a:p>
          <a:endParaRPr lang="en-US" sz="1400"/>
        </a:p>
      </dgm:t>
    </dgm:pt>
    <dgm:pt modelId="{4A6BB192-9983-4F48-BBC5-6E384EED7EC5}">
      <dgm:prSet phldrT="[Text]" custT="1"/>
      <dgm:spPr/>
      <dgm:t>
        <a:bodyPr lIns="0" tIns="432000" rIns="182880" anchor="t" anchorCtr="0"/>
        <a:lstStyle/>
        <a:p>
          <a:pPr marL="17463" indent="0">
            <a:buNone/>
            <a:tabLst/>
          </a:pPr>
          <a:r>
            <a:rPr lang="en-US" sz="1400" smtClean="0">
              <a:latin typeface="Times New Roman" panose="02020603050405020304" pitchFamily="18" charset="0"/>
              <a:cs typeface="Times New Roman" panose="02020603050405020304" pitchFamily="18" charset="0"/>
            </a:rPr>
            <a:t> Cấu trúc của SSH</a:t>
          </a:r>
          <a:endParaRPr lang="en-US" sz="1400" dirty="0">
            <a:latin typeface="Times New Roman" panose="02020603050405020304" pitchFamily="18" charset="0"/>
            <a:cs typeface="Times New Roman" panose="02020603050405020304" pitchFamily="18" charset="0"/>
          </a:endParaRPr>
        </a:p>
      </dgm:t>
    </dgm:pt>
    <dgm:pt modelId="{230A6E4A-6CED-4DC0-AEFE-6859FE07B658}" type="parTrans" cxnId="{E3115EEA-DE9C-4F06-B8B3-BEB263D5F2B1}">
      <dgm:prSet/>
      <dgm:spPr/>
      <dgm:t>
        <a:bodyPr/>
        <a:lstStyle/>
        <a:p>
          <a:endParaRPr lang="en-US" sz="1400"/>
        </a:p>
      </dgm:t>
    </dgm:pt>
    <dgm:pt modelId="{0B568EC2-5D2A-4B00-8047-B7832F245B44}" type="sibTrans" cxnId="{E3115EEA-DE9C-4F06-B8B3-BEB263D5F2B1}">
      <dgm:prSet/>
      <dgm:spPr/>
      <dgm:t>
        <a:bodyPr/>
        <a:lstStyle/>
        <a:p>
          <a:endParaRPr lang="en-US" sz="1400"/>
        </a:p>
      </dgm:t>
    </dgm:pt>
    <dgm:pt modelId="{D07AD3FD-84FF-467E-9693-752776549C61}">
      <dgm:prSet phldrT="[Text]" custT="1"/>
      <dgm:spPr/>
      <dgm:t>
        <a:bodyPr/>
        <a:lstStyle/>
        <a:p>
          <a:r>
            <a:rPr lang="en-US" sz="1300" b="1" smtClean="0">
              <a:effectLst/>
              <a:latin typeface="+mj-lt"/>
            </a:rPr>
            <a:t>FUNCTION</a:t>
          </a:r>
          <a:endParaRPr lang="en-US" sz="1300" b="1" dirty="0">
            <a:effectLst/>
            <a:latin typeface="+mj-lt"/>
          </a:endParaRPr>
        </a:p>
      </dgm:t>
    </dgm:pt>
    <dgm:pt modelId="{A8C9B7A9-BC2A-4753-B7F0-F2E361D95520}" type="sibTrans" cxnId="{55492768-9A5E-4F74-AC7C-959C5C24EFD3}">
      <dgm:prSet/>
      <dgm:spPr/>
      <dgm:t>
        <a:bodyPr/>
        <a:lstStyle/>
        <a:p>
          <a:endParaRPr lang="en-US" sz="1400"/>
        </a:p>
      </dgm:t>
    </dgm:pt>
    <dgm:pt modelId="{7B691773-F524-4FAD-A272-BDF0B0C4370A}" type="parTrans" cxnId="{55492768-9A5E-4F74-AC7C-959C5C24EFD3}">
      <dgm:prSet/>
      <dgm:spPr/>
      <dgm:t>
        <a:bodyPr/>
        <a:lstStyle/>
        <a:p>
          <a:endParaRPr lang="en-US" sz="1400"/>
        </a:p>
      </dgm:t>
    </dgm:pt>
    <dgm:pt modelId="{32CCB050-072A-41BF-BE1B-388CF53E5629}">
      <dgm:prSet custT="1"/>
      <dgm:spPr/>
      <dgm:t>
        <a:bodyPr/>
        <a:lstStyle/>
        <a:p>
          <a:r>
            <a:rPr lang="en-GB" sz="1300" b="1" smtClean="0">
              <a:effectLst/>
              <a:latin typeface="+mj-lt"/>
            </a:rPr>
            <a:t>WORKING</a:t>
          </a:r>
          <a:endParaRPr lang="ru-RU" sz="1300" b="1" dirty="0">
            <a:effectLst/>
            <a:latin typeface="+mj-lt"/>
          </a:endParaRPr>
        </a:p>
      </dgm:t>
    </dgm:pt>
    <dgm:pt modelId="{B301371B-A53D-4B79-8B8D-7B304894442B}" type="parTrans" cxnId="{042E0AE1-6450-410A-B96E-AFBADB139BEA}">
      <dgm:prSet/>
      <dgm:spPr/>
      <dgm:t>
        <a:bodyPr/>
        <a:lstStyle/>
        <a:p>
          <a:endParaRPr lang="ru-RU" sz="1400"/>
        </a:p>
      </dgm:t>
    </dgm:pt>
    <dgm:pt modelId="{BF05D8EE-4413-4737-8721-DAF10D6CAB04}" type="sibTrans" cxnId="{042E0AE1-6450-410A-B96E-AFBADB139BEA}">
      <dgm:prSet/>
      <dgm:spPr/>
      <dgm:t>
        <a:bodyPr/>
        <a:lstStyle/>
        <a:p>
          <a:endParaRPr lang="ru-RU" sz="1400"/>
        </a:p>
      </dgm:t>
    </dgm:pt>
    <dgm:pt modelId="{9E838AE2-4659-4603-ABC8-58DF4222C0D4}">
      <dgm:prSet custT="1"/>
      <dgm:spPr/>
      <dgm:t>
        <a:bodyPr/>
        <a:lstStyle/>
        <a:p>
          <a:r>
            <a:rPr lang="en-GB" sz="1300" b="1" smtClean="0">
              <a:effectLst/>
              <a:latin typeface="+mj-lt"/>
            </a:rPr>
            <a:t>IMPLEMENTATION</a:t>
          </a:r>
          <a:endParaRPr lang="ru-RU" sz="1300" b="1" dirty="0">
            <a:effectLst/>
            <a:latin typeface="+mj-lt"/>
          </a:endParaRPr>
        </a:p>
      </dgm:t>
    </dgm:pt>
    <dgm:pt modelId="{5FC53805-9431-4BC8-ADB9-DABF59DE31C7}" type="parTrans" cxnId="{CF54291C-AAFD-4FA4-9A16-20CE892BA907}">
      <dgm:prSet/>
      <dgm:spPr/>
      <dgm:t>
        <a:bodyPr/>
        <a:lstStyle/>
        <a:p>
          <a:endParaRPr lang="ru-RU" sz="1400"/>
        </a:p>
      </dgm:t>
    </dgm:pt>
    <dgm:pt modelId="{61F1BCD3-232D-4C03-B56C-182BCB6108CD}" type="sibTrans" cxnId="{CF54291C-AAFD-4FA4-9A16-20CE892BA907}">
      <dgm:prSet/>
      <dgm:spPr/>
      <dgm:t>
        <a:bodyPr/>
        <a:lstStyle/>
        <a:p>
          <a:endParaRPr lang="ru-RU" sz="1400"/>
        </a:p>
      </dgm:t>
    </dgm:pt>
    <dgm:pt modelId="{04A40292-9119-41B2-B968-7B651F20675D}">
      <dgm:prSet custT="1"/>
      <dgm:spPr/>
      <dgm:t>
        <a:bodyPr lIns="0" tIns="432000" rIns="182880" anchor="t" anchorCtr="0"/>
        <a:lstStyle/>
        <a:p>
          <a:pPr marL="0" lvl="0" indent="0" defTabSz="533400">
            <a:spcBef>
              <a:spcPct val="0"/>
            </a:spcBef>
            <a:spcAft>
              <a:spcPts val="0"/>
            </a:spcAft>
            <a:buNone/>
          </a:pPr>
          <a:r>
            <a:rPr lang="en-US" sz="1400" kern="1200" smtClean="0">
              <a:latin typeface="Times New Roman" panose="02020603050405020304" pitchFamily="18" charset="0"/>
              <a:ea typeface="+mn-ea"/>
              <a:cs typeface="Times New Roman" panose="02020603050405020304" pitchFamily="18" charset="0"/>
            </a:rPr>
            <a:t> Cơ chế hoạt động và các kỹ thuật mã hóa của SSH</a:t>
          </a:r>
          <a:endParaRPr lang="en-US" sz="1400" kern="1200" dirty="0">
            <a:latin typeface="Times New Roman" panose="02020603050405020304" pitchFamily="18" charset="0"/>
            <a:ea typeface="+mn-ea"/>
            <a:cs typeface="Times New Roman" panose="02020603050405020304" pitchFamily="18" charset="0"/>
          </a:endParaRPr>
        </a:p>
      </dgm:t>
    </dgm:pt>
    <dgm:pt modelId="{70078FF1-F2A9-4A6B-88D1-8CF3595EFE73}" type="parTrans" cxnId="{1D6C5464-DE30-4BEC-9E27-B2C179C39CC4}">
      <dgm:prSet/>
      <dgm:spPr/>
      <dgm:t>
        <a:bodyPr/>
        <a:lstStyle/>
        <a:p>
          <a:endParaRPr lang="en-US" sz="1400"/>
        </a:p>
      </dgm:t>
    </dgm:pt>
    <dgm:pt modelId="{B4C4972A-0898-484E-AF78-D5D7E0F991F2}" type="sibTrans" cxnId="{1D6C5464-DE30-4BEC-9E27-B2C179C39CC4}">
      <dgm:prSet/>
      <dgm:spPr/>
      <dgm:t>
        <a:bodyPr/>
        <a:lstStyle/>
        <a:p>
          <a:endParaRPr lang="en-US" sz="1400"/>
        </a:p>
      </dgm:t>
    </dgm:pt>
    <dgm:pt modelId="{C8E903CE-0CFD-4D68-A857-80E14557005E}">
      <dgm:prSet custT="1"/>
      <dgm:spPr/>
      <dgm:t>
        <a:bodyPr lIns="0" tIns="432000" rIns="0" anchor="t" anchorCtr="0"/>
        <a:lstStyle/>
        <a:p>
          <a:pPr marL="0" lvl="0" indent="0" defTabSz="533400">
            <a:spcBef>
              <a:spcPct val="0"/>
            </a:spcBef>
            <a:spcAft>
              <a:spcPts val="0"/>
            </a:spcAft>
            <a:buNone/>
          </a:pPr>
          <a:r>
            <a:rPr lang="en-US" sz="1400" kern="1200" smtClean="0">
              <a:latin typeface="Times New Roman" panose="02020603050405020304" pitchFamily="18" charset="0"/>
              <a:ea typeface="+mn-ea"/>
              <a:cs typeface="Times New Roman" panose="02020603050405020304" pitchFamily="18" charset="0"/>
            </a:rPr>
            <a:t> Đảm bảo an toàn kết nối sử dụng SSH</a:t>
          </a:r>
          <a:endParaRPr lang="en-US" sz="1400" kern="1200" dirty="0">
            <a:latin typeface="Times New Roman" panose="02020603050405020304" pitchFamily="18" charset="0"/>
            <a:ea typeface="+mn-ea"/>
            <a:cs typeface="Times New Roman" panose="02020603050405020304" pitchFamily="18" charset="0"/>
          </a:endParaRPr>
        </a:p>
      </dgm:t>
    </dgm:pt>
    <dgm:pt modelId="{D5890537-0D77-4DA1-A100-62C393623468}" type="parTrans" cxnId="{17BD67AD-4331-49EC-BC4A-29404E891597}">
      <dgm:prSet/>
      <dgm:spPr/>
      <dgm:t>
        <a:bodyPr/>
        <a:lstStyle/>
        <a:p>
          <a:endParaRPr lang="en-US" sz="1400"/>
        </a:p>
      </dgm:t>
    </dgm:pt>
    <dgm:pt modelId="{862799CE-00F4-4DD6-894E-A487503F8DE6}" type="sibTrans" cxnId="{17BD67AD-4331-49EC-BC4A-29404E891597}">
      <dgm:prSet/>
      <dgm:spPr/>
      <dgm:t>
        <a:bodyPr/>
        <a:lstStyle/>
        <a:p>
          <a:endParaRPr lang="en-US" sz="1400"/>
        </a:p>
      </dgm:t>
    </dgm:pt>
    <dgm:pt modelId="{69331891-6B40-0C44-A32D-46158B8E57A3}" type="pres">
      <dgm:prSet presAssocID="{55C0B14E-AEA6-48D3-A387-ED4A3A3BF840}" presName="Name0" presStyleCnt="0">
        <dgm:presLayoutVars>
          <dgm:dir/>
          <dgm:animLvl val="lvl"/>
          <dgm:resizeHandles val="exact"/>
        </dgm:presLayoutVars>
      </dgm:prSet>
      <dgm:spPr/>
      <dgm:t>
        <a:bodyPr/>
        <a:lstStyle/>
        <a:p>
          <a:endParaRPr lang="en-US"/>
        </a:p>
      </dgm:t>
    </dgm:pt>
    <dgm:pt modelId="{66037EBF-ADAB-534E-B6BA-93176E763C1F}" type="pres">
      <dgm:prSet presAssocID="{AACEAFD5-63CF-4AFC-B46F-BE086C5D447C}" presName="composite" presStyleCnt="0"/>
      <dgm:spPr/>
    </dgm:pt>
    <dgm:pt modelId="{F2E1D599-5132-544B-9617-7B411AECE87E}" type="pres">
      <dgm:prSet presAssocID="{AACEAFD5-63CF-4AFC-B46F-BE086C5D447C}" presName="parTx" presStyleLbl="node1" presStyleIdx="0" presStyleCnt="5">
        <dgm:presLayoutVars>
          <dgm:chMax val="0"/>
          <dgm:chPref val="0"/>
          <dgm:bulletEnabled val="1"/>
        </dgm:presLayoutVars>
      </dgm:prSet>
      <dgm:spPr/>
      <dgm:t>
        <a:bodyPr/>
        <a:lstStyle/>
        <a:p>
          <a:endParaRPr lang="en-US"/>
        </a:p>
      </dgm:t>
    </dgm:pt>
    <dgm:pt modelId="{79CA1122-69FB-0B4E-B2C9-4D2ECE3F8377}" type="pres">
      <dgm:prSet presAssocID="{AACEAFD5-63CF-4AFC-B46F-BE086C5D447C}" presName="desTx" presStyleLbl="revTx" presStyleIdx="0" presStyleCnt="5" custLinFactNeighborX="13762" custLinFactNeighborY="26799">
        <dgm:presLayoutVars>
          <dgm:bulletEnabled val="1"/>
        </dgm:presLayoutVars>
      </dgm:prSet>
      <dgm:spPr/>
      <dgm:t>
        <a:bodyPr/>
        <a:lstStyle/>
        <a:p>
          <a:endParaRPr lang="en-US"/>
        </a:p>
      </dgm:t>
    </dgm:pt>
    <dgm:pt modelId="{E0B111EB-6B00-CA49-8FEC-22C5BE757EB4}" type="pres">
      <dgm:prSet presAssocID="{7A8D4B4D-06E9-4958-810D-A6226B6AC588}" presName="space" presStyleCnt="0"/>
      <dgm:spPr/>
    </dgm:pt>
    <dgm:pt modelId="{F7544DD8-4F55-DE42-B417-F2F202376970}" type="pres">
      <dgm:prSet presAssocID="{D07AD3FD-84FF-467E-9693-752776549C61}" presName="composite" presStyleCnt="0"/>
      <dgm:spPr/>
    </dgm:pt>
    <dgm:pt modelId="{3FE0BECA-F8E9-F948-9E5B-A2C88CDF4684}" type="pres">
      <dgm:prSet presAssocID="{D07AD3FD-84FF-467E-9693-752776549C61}" presName="parTx" presStyleLbl="node1" presStyleIdx="1" presStyleCnt="5">
        <dgm:presLayoutVars>
          <dgm:chMax val="0"/>
          <dgm:chPref val="0"/>
          <dgm:bulletEnabled val="1"/>
        </dgm:presLayoutVars>
      </dgm:prSet>
      <dgm:spPr/>
      <dgm:t>
        <a:bodyPr/>
        <a:lstStyle/>
        <a:p>
          <a:endParaRPr lang="en-US"/>
        </a:p>
      </dgm:t>
    </dgm:pt>
    <dgm:pt modelId="{E0B80017-40D4-A441-897E-5DB40659239C}" type="pres">
      <dgm:prSet presAssocID="{D07AD3FD-84FF-467E-9693-752776549C61}" presName="desTx" presStyleLbl="revTx" presStyleIdx="1" presStyleCnt="5" custLinFactNeighborY="26799">
        <dgm:presLayoutVars>
          <dgm:bulletEnabled val="1"/>
        </dgm:presLayoutVars>
      </dgm:prSet>
      <dgm:spPr/>
      <dgm:t>
        <a:bodyPr/>
        <a:lstStyle/>
        <a:p>
          <a:endParaRPr lang="en-US"/>
        </a:p>
      </dgm:t>
    </dgm:pt>
    <dgm:pt modelId="{7D67B05F-DA7B-C240-8240-8CABE6816E7A}" type="pres">
      <dgm:prSet presAssocID="{A8C9B7A9-BC2A-4753-B7F0-F2E361D95520}" presName="space" presStyleCnt="0"/>
      <dgm:spPr/>
    </dgm:pt>
    <dgm:pt modelId="{9D079F4D-3747-784B-B50B-CC270636EE58}" type="pres">
      <dgm:prSet presAssocID="{D71FC021-6A65-44D1-95B9-0E6C89079866}" presName="composite" presStyleCnt="0"/>
      <dgm:spPr/>
    </dgm:pt>
    <dgm:pt modelId="{81520718-E0A3-F74D-A443-828F2E61E496}" type="pres">
      <dgm:prSet presAssocID="{D71FC021-6A65-44D1-95B9-0E6C89079866}" presName="parTx" presStyleLbl="node1" presStyleIdx="2" presStyleCnt="5">
        <dgm:presLayoutVars>
          <dgm:chMax val="0"/>
          <dgm:chPref val="0"/>
          <dgm:bulletEnabled val="1"/>
        </dgm:presLayoutVars>
      </dgm:prSet>
      <dgm:spPr/>
      <dgm:t>
        <a:bodyPr/>
        <a:lstStyle/>
        <a:p>
          <a:endParaRPr lang="en-US"/>
        </a:p>
      </dgm:t>
    </dgm:pt>
    <dgm:pt modelId="{8A27EB0C-FEE2-BE49-9979-EC1C219DE78D}" type="pres">
      <dgm:prSet presAssocID="{D71FC021-6A65-44D1-95B9-0E6C89079866}" presName="desTx" presStyleLbl="revTx" presStyleIdx="2" presStyleCnt="5" custLinFactNeighborY="26799">
        <dgm:presLayoutVars>
          <dgm:bulletEnabled val="1"/>
        </dgm:presLayoutVars>
      </dgm:prSet>
      <dgm:spPr/>
      <dgm:t>
        <a:bodyPr/>
        <a:lstStyle/>
        <a:p>
          <a:endParaRPr lang="en-US"/>
        </a:p>
      </dgm:t>
    </dgm:pt>
    <dgm:pt modelId="{061C61CF-83ED-8243-8B23-EF5929A5B331}" type="pres">
      <dgm:prSet presAssocID="{9B090D9D-470E-46E2-AABB-0368A52481AA}" presName="space" presStyleCnt="0"/>
      <dgm:spPr/>
    </dgm:pt>
    <dgm:pt modelId="{930410B6-8652-C443-9B5D-34A37BFD720A}" type="pres">
      <dgm:prSet presAssocID="{32CCB050-072A-41BF-BE1B-388CF53E5629}" presName="composite" presStyleCnt="0"/>
      <dgm:spPr/>
    </dgm:pt>
    <dgm:pt modelId="{0CD56FB9-D72E-9940-8548-010CDB0C9363}" type="pres">
      <dgm:prSet presAssocID="{32CCB050-072A-41BF-BE1B-388CF53E5629}" presName="parTx" presStyleLbl="node1" presStyleIdx="3" presStyleCnt="5">
        <dgm:presLayoutVars>
          <dgm:chMax val="0"/>
          <dgm:chPref val="0"/>
          <dgm:bulletEnabled val="1"/>
        </dgm:presLayoutVars>
      </dgm:prSet>
      <dgm:spPr/>
      <dgm:t>
        <a:bodyPr/>
        <a:lstStyle/>
        <a:p>
          <a:endParaRPr lang="en-US"/>
        </a:p>
      </dgm:t>
    </dgm:pt>
    <dgm:pt modelId="{F38F5139-7DF1-3240-BF8A-0D0B02C34E33}" type="pres">
      <dgm:prSet presAssocID="{32CCB050-072A-41BF-BE1B-388CF53E5629}" presName="desTx" presStyleLbl="revTx" presStyleIdx="3" presStyleCnt="5" custLinFactNeighborY="26799">
        <dgm:presLayoutVars>
          <dgm:bulletEnabled val="1"/>
        </dgm:presLayoutVars>
      </dgm:prSet>
      <dgm:spPr/>
      <dgm:t>
        <a:bodyPr/>
        <a:lstStyle/>
        <a:p>
          <a:endParaRPr lang="en-US"/>
        </a:p>
      </dgm:t>
    </dgm:pt>
    <dgm:pt modelId="{1E9AA517-5DCA-4C46-B534-2D6C38CA361F}" type="pres">
      <dgm:prSet presAssocID="{BF05D8EE-4413-4737-8721-DAF10D6CAB04}" presName="space" presStyleCnt="0"/>
      <dgm:spPr/>
    </dgm:pt>
    <dgm:pt modelId="{F1F2B902-8668-234E-8139-B8846854FBF6}" type="pres">
      <dgm:prSet presAssocID="{9E838AE2-4659-4603-ABC8-58DF4222C0D4}" presName="composite" presStyleCnt="0"/>
      <dgm:spPr/>
    </dgm:pt>
    <dgm:pt modelId="{BB3B3198-26D7-164E-981A-C5A96DD0DBEF}" type="pres">
      <dgm:prSet presAssocID="{9E838AE2-4659-4603-ABC8-58DF4222C0D4}" presName="parTx" presStyleLbl="node1" presStyleIdx="4" presStyleCnt="5">
        <dgm:presLayoutVars>
          <dgm:chMax val="0"/>
          <dgm:chPref val="0"/>
          <dgm:bulletEnabled val="1"/>
        </dgm:presLayoutVars>
      </dgm:prSet>
      <dgm:spPr/>
      <dgm:t>
        <a:bodyPr/>
        <a:lstStyle/>
        <a:p>
          <a:endParaRPr lang="en-US"/>
        </a:p>
      </dgm:t>
    </dgm:pt>
    <dgm:pt modelId="{7DDD8217-14DA-AF4E-9FE3-03C109C46553}" type="pres">
      <dgm:prSet presAssocID="{9E838AE2-4659-4603-ABC8-58DF4222C0D4}" presName="desTx" presStyleLbl="revTx" presStyleIdx="4" presStyleCnt="5" custLinFactNeighborY="26799">
        <dgm:presLayoutVars>
          <dgm:bulletEnabled val="1"/>
        </dgm:presLayoutVars>
      </dgm:prSet>
      <dgm:spPr/>
      <dgm:t>
        <a:bodyPr/>
        <a:lstStyle/>
        <a:p>
          <a:endParaRPr lang="en-US"/>
        </a:p>
      </dgm:t>
    </dgm:pt>
  </dgm:ptLst>
  <dgm:cxnLst>
    <dgm:cxn modelId="{E3115EEA-DE9C-4F06-B8B3-BEB263D5F2B1}" srcId="{D71FC021-6A65-44D1-95B9-0E6C89079866}" destId="{4A6BB192-9983-4F48-BBC5-6E384EED7EC5}" srcOrd="0" destOrd="0" parTransId="{230A6E4A-6CED-4DC0-AEFE-6859FE07B658}" sibTransId="{0B568EC2-5D2A-4B00-8047-B7832F245B44}"/>
    <dgm:cxn modelId="{9F9D4074-DD36-9C4C-ADAE-079A6FBBA9E6}" type="presOf" srcId="{04A40292-9119-41B2-B968-7B651F20675D}" destId="{F38F5139-7DF1-3240-BF8A-0D0B02C34E33}" srcOrd="0" destOrd="0" presId="urn:microsoft.com/office/officeart/2005/8/layout/chevron1"/>
    <dgm:cxn modelId="{0EFA3039-6828-403C-9445-4359BA6645E6}" srcId="{AACEAFD5-63CF-4AFC-B46F-BE086C5D447C}" destId="{349299C9-846E-4827-813A-349CCCE20782}" srcOrd="0" destOrd="0" parTransId="{AEA27547-B9ED-4994-BD27-04EC297EF367}" sibTransId="{9D819F52-ACA0-4B08-8256-DF6BD8FA3A0B}"/>
    <dgm:cxn modelId="{55492768-9A5E-4F74-AC7C-959C5C24EFD3}" srcId="{55C0B14E-AEA6-48D3-A387-ED4A3A3BF840}" destId="{D07AD3FD-84FF-467E-9693-752776549C61}" srcOrd="1" destOrd="0" parTransId="{7B691773-F524-4FAD-A272-BDF0B0C4370A}" sibTransId="{A8C9B7A9-BC2A-4753-B7F0-F2E361D95520}"/>
    <dgm:cxn modelId="{E97FF64F-8020-497E-AE7D-2395DDA4560D}" srcId="{D07AD3FD-84FF-467E-9693-752776549C61}" destId="{5D70EFF5-8B31-4A1F-AE44-51E4CF0013EB}" srcOrd="0" destOrd="0" parTransId="{96C720A0-FEEF-48D1-8DF6-ABA03C304822}" sibTransId="{B6A59CDE-18AD-4553-B6C5-FF001A8E8510}"/>
    <dgm:cxn modelId="{AE505868-71CE-6A42-87A1-4DCF310C5A66}" type="presOf" srcId="{349299C9-846E-4827-813A-349CCCE20782}" destId="{79CA1122-69FB-0B4E-B2C9-4D2ECE3F8377}" srcOrd="0" destOrd="0" presId="urn:microsoft.com/office/officeart/2005/8/layout/chevron1"/>
    <dgm:cxn modelId="{29C8E34F-69F8-B94A-9711-27C220EB2A8A}" type="presOf" srcId="{5D70EFF5-8B31-4A1F-AE44-51E4CF0013EB}" destId="{E0B80017-40D4-A441-897E-5DB40659239C}" srcOrd="0" destOrd="0" presId="urn:microsoft.com/office/officeart/2005/8/layout/chevron1"/>
    <dgm:cxn modelId="{CF54291C-AAFD-4FA4-9A16-20CE892BA907}" srcId="{55C0B14E-AEA6-48D3-A387-ED4A3A3BF840}" destId="{9E838AE2-4659-4603-ABC8-58DF4222C0D4}" srcOrd="4" destOrd="0" parTransId="{5FC53805-9431-4BC8-ADB9-DABF59DE31C7}" sibTransId="{61F1BCD3-232D-4C03-B56C-182BCB6108CD}"/>
    <dgm:cxn modelId="{17BD67AD-4331-49EC-BC4A-29404E891597}" srcId="{9E838AE2-4659-4603-ABC8-58DF4222C0D4}" destId="{C8E903CE-0CFD-4D68-A857-80E14557005E}" srcOrd="0" destOrd="0" parTransId="{D5890537-0D77-4DA1-A100-62C393623468}" sibTransId="{862799CE-00F4-4DD6-894E-A487503F8DE6}"/>
    <dgm:cxn modelId="{36405C2F-552A-C342-A767-C4EB339558B3}" type="presOf" srcId="{D07AD3FD-84FF-467E-9693-752776549C61}" destId="{3FE0BECA-F8E9-F948-9E5B-A2C88CDF4684}" srcOrd="0" destOrd="0" presId="urn:microsoft.com/office/officeart/2005/8/layout/chevron1"/>
    <dgm:cxn modelId="{53239C96-427C-420B-95DC-546F3B30ED65}" srcId="{55C0B14E-AEA6-48D3-A387-ED4A3A3BF840}" destId="{D71FC021-6A65-44D1-95B9-0E6C89079866}" srcOrd="2" destOrd="0" parTransId="{862AAE39-3AAD-40E3-BA20-90187BD73242}" sibTransId="{9B090D9D-470E-46E2-AABB-0368A52481AA}"/>
    <dgm:cxn modelId="{B2623D3C-145C-5045-A32A-A07E89BEB58E}" type="presOf" srcId="{D71FC021-6A65-44D1-95B9-0E6C89079866}" destId="{81520718-E0A3-F74D-A443-828F2E61E496}" srcOrd="0" destOrd="0" presId="urn:microsoft.com/office/officeart/2005/8/layout/chevron1"/>
    <dgm:cxn modelId="{042E0AE1-6450-410A-B96E-AFBADB139BEA}" srcId="{55C0B14E-AEA6-48D3-A387-ED4A3A3BF840}" destId="{32CCB050-072A-41BF-BE1B-388CF53E5629}" srcOrd="3" destOrd="0" parTransId="{B301371B-A53D-4B79-8B8D-7B304894442B}" sibTransId="{BF05D8EE-4413-4737-8721-DAF10D6CAB04}"/>
    <dgm:cxn modelId="{A92C1709-8F21-C44B-926D-1E0164FABBBE}" type="presOf" srcId="{32CCB050-072A-41BF-BE1B-388CF53E5629}" destId="{0CD56FB9-D72E-9940-8548-010CDB0C9363}" srcOrd="0" destOrd="0" presId="urn:microsoft.com/office/officeart/2005/8/layout/chevron1"/>
    <dgm:cxn modelId="{AFF79FE3-07C5-0B49-85EE-6433005303BF}" type="presOf" srcId="{C8E903CE-0CFD-4D68-A857-80E14557005E}" destId="{7DDD8217-14DA-AF4E-9FE3-03C109C46553}" srcOrd="0" destOrd="0" presId="urn:microsoft.com/office/officeart/2005/8/layout/chevron1"/>
    <dgm:cxn modelId="{7DB70C93-4F71-D447-8430-A39299AC3539}" type="presOf" srcId="{AACEAFD5-63CF-4AFC-B46F-BE086C5D447C}" destId="{F2E1D599-5132-544B-9617-7B411AECE87E}" srcOrd="0" destOrd="0" presId="urn:microsoft.com/office/officeart/2005/8/layout/chevron1"/>
    <dgm:cxn modelId="{1D6C5464-DE30-4BEC-9E27-B2C179C39CC4}" srcId="{32CCB050-072A-41BF-BE1B-388CF53E5629}" destId="{04A40292-9119-41B2-B968-7B651F20675D}" srcOrd="0" destOrd="0" parTransId="{70078FF1-F2A9-4A6B-88D1-8CF3595EFE73}" sibTransId="{B4C4972A-0898-484E-AF78-D5D7E0F991F2}"/>
    <dgm:cxn modelId="{C5402926-5F5C-494A-A720-11303530F926}" type="presOf" srcId="{55C0B14E-AEA6-48D3-A387-ED4A3A3BF840}" destId="{69331891-6B40-0C44-A32D-46158B8E57A3}" srcOrd="0" destOrd="0" presId="urn:microsoft.com/office/officeart/2005/8/layout/chevron1"/>
    <dgm:cxn modelId="{AE101ABC-7EA3-4444-A576-8AB15A371C84}" srcId="{55C0B14E-AEA6-48D3-A387-ED4A3A3BF840}" destId="{AACEAFD5-63CF-4AFC-B46F-BE086C5D447C}" srcOrd="0" destOrd="0" parTransId="{7A0BD8EC-BB4A-4912-A54E-6F39B681264E}" sibTransId="{7A8D4B4D-06E9-4958-810D-A6226B6AC588}"/>
    <dgm:cxn modelId="{560D6613-8835-7446-8364-D2E287F4770E}" type="presOf" srcId="{4A6BB192-9983-4F48-BBC5-6E384EED7EC5}" destId="{8A27EB0C-FEE2-BE49-9979-EC1C219DE78D}" srcOrd="0" destOrd="0" presId="urn:microsoft.com/office/officeart/2005/8/layout/chevron1"/>
    <dgm:cxn modelId="{AE4CF755-2AF1-5F42-B161-6898C57972A2}" type="presOf" srcId="{9E838AE2-4659-4603-ABC8-58DF4222C0D4}" destId="{BB3B3198-26D7-164E-981A-C5A96DD0DBEF}" srcOrd="0" destOrd="0" presId="urn:microsoft.com/office/officeart/2005/8/layout/chevron1"/>
    <dgm:cxn modelId="{46B333CE-C86D-1C4F-9735-05E20A6698B6}" type="presParOf" srcId="{69331891-6B40-0C44-A32D-46158B8E57A3}" destId="{66037EBF-ADAB-534E-B6BA-93176E763C1F}" srcOrd="0" destOrd="0" presId="urn:microsoft.com/office/officeart/2005/8/layout/chevron1"/>
    <dgm:cxn modelId="{09D834C5-BCB1-D848-B10C-567FE9C72AFC}" type="presParOf" srcId="{66037EBF-ADAB-534E-B6BA-93176E763C1F}" destId="{F2E1D599-5132-544B-9617-7B411AECE87E}" srcOrd="0" destOrd="0" presId="urn:microsoft.com/office/officeart/2005/8/layout/chevron1"/>
    <dgm:cxn modelId="{E090E317-6265-CD49-9DBE-C3FA0A32CA83}" type="presParOf" srcId="{66037EBF-ADAB-534E-B6BA-93176E763C1F}" destId="{79CA1122-69FB-0B4E-B2C9-4D2ECE3F8377}" srcOrd="1" destOrd="0" presId="urn:microsoft.com/office/officeart/2005/8/layout/chevron1"/>
    <dgm:cxn modelId="{E75B3344-8A2B-4344-AD0B-5DB03A32FF62}" type="presParOf" srcId="{69331891-6B40-0C44-A32D-46158B8E57A3}" destId="{E0B111EB-6B00-CA49-8FEC-22C5BE757EB4}" srcOrd="1" destOrd="0" presId="urn:microsoft.com/office/officeart/2005/8/layout/chevron1"/>
    <dgm:cxn modelId="{B35010FA-8126-9B4E-9C65-77A64CDEA6F7}" type="presParOf" srcId="{69331891-6B40-0C44-A32D-46158B8E57A3}" destId="{F7544DD8-4F55-DE42-B417-F2F202376970}" srcOrd="2" destOrd="0" presId="urn:microsoft.com/office/officeart/2005/8/layout/chevron1"/>
    <dgm:cxn modelId="{3022048D-493D-BD46-B495-41678D19C72D}" type="presParOf" srcId="{F7544DD8-4F55-DE42-B417-F2F202376970}" destId="{3FE0BECA-F8E9-F948-9E5B-A2C88CDF4684}" srcOrd="0" destOrd="0" presId="urn:microsoft.com/office/officeart/2005/8/layout/chevron1"/>
    <dgm:cxn modelId="{DDC20A47-D8F9-1845-8C87-00F72415965C}" type="presParOf" srcId="{F7544DD8-4F55-DE42-B417-F2F202376970}" destId="{E0B80017-40D4-A441-897E-5DB40659239C}" srcOrd="1" destOrd="0" presId="urn:microsoft.com/office/officeart/2005/8/layout/chevron1"/>
    <dgm:cxn modelId="{F6E633C1-6B03-C743-A416-02AAB6F8B436}" type="presParOf" srcId="{69331891-6B40-0C44-A32D-46158B8E57A3}" destId="{7D67B05F-DA7B-C240-8240-8CABE6816E7A}" srcOrd="3" destOrd="0" presId="urn:microsoft.com/office/officeart/2005/8/layout/chevron1"/>
    <dgm:cxn modelId="{E1AE297C-D1A4-B74A-87CF-7C0F7CEADAF3}" type="presParOf" srcId="{69331891-6B40-0C44-A32D-46158B8E57A3}" destId="{9D079F4D-3747-784B-B50B-CC270636EE58}" srcOrd="4" destOrd="0" presId="urn:microsoft.com/office/officeart/2005/8/layout/chevron1"/>
    <dgm:cxn modelId="{2E5B43A1-8D4A-6949-AC44-3F77D95B4436}" type="presParOf" srcId="{9D079F4D-3747-784B-B50B-CC270636EE58}" destId="{81520718-E0A3-F74D-A443-828F2E61E496}" srcOrd="0" destOrd="0" presId="urn:microsoft.com/office/officeart/2005/8/layout/chevron1"/>
    <dgm:cxn modelId="{3D85CBF9-A758-A341-9A0F-3865EDC5697E}" type="presParOf" srcId="{9D079F4D-3747-784B-B50B-CC270636EE58}" destId="{8A27EB0C-FEE2-BE49-9979-EC1C219DE78D}" srcOrd="1" destOrd="0" presId="urn:microsoft.com/office/officeart/2005/8/layout/chevron1"/>
    <dgm:cxn modelId="{EFACF304-0EC4-F04A-A845-717FD5E525B6}" type="presParOf" srcId="{69331891-6B40-0C44-A32D-46158B8E57A3}" destId="{061C61CF-83ED-8243-8B23-EF5929A5B331}" srcOrd="5" destOrd="0" presId="urn:microsoft.com/office/officeart/2005/8/layout/chevron1"/>
    <dgm:cxn modelId="{40E56247-A374-E44F-A1ED-68F8892D0FBE}" type="presParOf" srcId="{69331891-6B40-0C44-A32D-46158B8E57A3}" destId="{930410B6-8652-C443-9B5D-34A37BFD720A}" srcOrd="6" destOrd="0" presId="urn:microsoft.com/office/officeart/2005/8/layout/chevron1"/>
    <dgm:cxn modelId="{D8BCC1E0-AF1A-0941-B00F-D4AB4F0EE07E}" type="presParOf" srcId="{930410B6-8652-C443-9B5D-34A37BFD720A}" destId="{0CD56FB9-D72E-9940-8548-010CDB0C9363}" srcOrd="0" destOrd="0" presId="urn:microsoft.com/office/officeart/2005/8/layout/chevron1"/>
    <dgm:cxn modelId="{1753FAB6-48E4-9C46-AAD0-D42FAC3B4808}" type="presParOf" srcId="{930410B6-8652-C443-9B5D-34A37BFD720A}" destId="{F38F5139-7DF1-3240-BF8A-0D0B02C34E33}" srcOrd="1" destOrd="0" presId="urn:microsoft.com/office/officeart/2005/8/layout/chevron1"/>
    <dgm:cxn modelId="{BF9DDBFC-2483-E94C-BC88-DB63C57E1509}" type="presParOf" srcId="{69331891-6B40-0C44-A32D-46158B8E57A3}" destId="{1E9AA517-5DCA-4C46-B534-2D6C38CA361F}" srcOrd="7" destOrd="0" presId="urn:microsoft.com/office/officeart/2005/8/layout/chevron1"/>
    <dgm:cxn modelId="{3B28C8B0-303A-7849-A9AF-14659B84A82D}" type="presParOf" srcId="{69331891-6B40-0C44-A32D-46158B8E57A3}" destId="{F1F2B902-8668-234E-8139-B8846854FBF6}" srcOrd="8" destOrd="0" presId="urn:microsoft.com/office/officeart/2005/8/layout/chevron1"/>
    <dgm:cxn modelId="{D493BAEE-1090-7D40-9B03-51A15F139C8D}" type="presParOf" srcId="{F1F2B902-8668-234E-8139-B8846854FBF6}" destId="{BB3B3198-26D7-164E-981A-C5A96DD0DBEF}" srcOrd="0" destOrd="0" presId="urn:microsoft.com/office/officeart/2005/8/layout/chevron1"/>
    <dgm:cxn modelId="{EA10D992-E9AF-F94D-B524-ED3F863198A6}" type="presParOf" srcId="{F1F2B902-8668-234E-8139-B8846854FBF6}" destId="{7DDD8217-14DA-AF4E-9FE3-03C109C46553}"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BB1533-7CE4-489C-9A21-635B434395F2}">
      <dsp:nvSpPr>
        <dsp:cNvPr id="0" name=""/>
        <dsp:cNvSpPr/>
      </dsp:nvSpPr>
      <dsp:spPr>
        <a:xfrm>
          <a:off x="4138973" y="55047"/>
          <a:ext cx="2642300" cy="2642300"/>
        </a:xfrm>
        <a:prstGeom prst="ellipse">
          <a:avLst/>
        </a:prstGeom>
        <a:solidFill>
          <a:schemeClr val="accent3">
            <a:shade val="80000"/>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rtl="0">
            <a:lnSpc>
              <a:spcPct val="90000"/>
            </a:lnSpc>
            <a:spcBef>
              <a:spcPct val="0"/>
            </a:spcBef>
            <a:spcAft>
              <a:spcPct val="35000"/>
            </a:spcAft>
          </a:pPr>
          <a:r>
            <a:rPr lang="en-GB" sz="1900" kern="1200" smtClean="0"/>
            <a:t>Symmetrical Encryption</a:t>
          </a:r>
          <a:endParaRPr lang="en-GB" sz="1900" kern="1200"/>
        </a:p>
      </dsp:txBody>
      <dsp:txXfrm>
        <a:off x="4491280" y="517450"/>
        <a:ext cx="1937686" cy="1189035"/>
      </dsp:txXfrm>
    </dsp:sp>
    <dsp:sp modelId="{7B3F21F7-A966-4BCA-BC55-AB799F452329}">
      <dsp:nvSpPr>
        <dsp:cNvPr id="0" name=""/>
        <dsp:cNvSpPr/>
      </dsp:nvSpPr>
      <dsp:spPr>
        <a:xfrm>
          <a:off x="5092403" y="1706485"/>
          <a:ext cx="2642300" cy="2642300"/>
        </a:xfrm>
        <a:prstGeom prst="ellipse">
          <a:avLst/>
        </a:prstGeom>
        <a:solidFill>
          <a:schemeClr val="accent3">
            <a:shade val="80000"/>
            <a:alpha val="50000"/>
            <a:hueOff val="5522"/>
            <a:satOff val="122"/>
            <a:lumOff val="175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rtl="0">
            <a:lnSpc>
              <a:spcPct val="90000"/>
            </a:lnSpc>
            <a:spcBef>
              <a:spcPct val="0"/>
            </a:spcBef>
            <a:spcAft>
              <a:spcPct val="35000"/>
            </a:spcAft>
          </a:pPr>
          <a:r>
            <a:rPr lang="en-GB" sz="1900" kern="1200" smtClean="0"/>
            <a:t>Hashing</a:t>
          </a:r>
          <a:endParaRPr lang="en-GB" sz="1900" kern="1200"/>
        </a:p>
      </dsp:txBody>
      <dsp:txXfrm>
        <a:off x="5900507" y="2389079"/>
        <a:ext cx="1585380" cy="1453265"/>
      </dsp:txXfrm>
    </dsp:sp>
    <dsp:sp modelId="{E45680A2-CC6D-48B9-AD7D-8E7C5F80A162}">
      <dsp:nvSpPr>
        <dsp:cNvPr id="0" name=""/>
        <dsp:cNvSpPr/>
      </dsp:nvSpPr>
      <dsp:spPr>
        <a:xfrm>
          <a:off x="3185543" y="1706485"/>
          <a:ext cx="2642300" cy="2642300"/>
        </a:xfrm>
        <a:prstGeom prst="ellipse">
          <a:avLst/>
        </a:prstGeom>
        <a:solidFill>
          <a:schemeClr val="accent3">
            <a:shade val="80000"/>
            <a:alpha val="50000"/>
            <a:hueOff val="5522"/>
            <a:satOff val="122"/>
            <a:lumOff val="175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rtl="0">
            <a:lnSpc>
              <a:spcPct val="90000"/>
            </a:lnSpc>
            <a:spcBef>
              <a:spcPct val="0"/>
            </a:spcBef>
            <a:spcAft>
              <a:spcPct val="35000"/>
            </a:spcAft>
          </a:pPr>
          <a:r>
            <a:rPr lang="en-GB" sz="1900" kern="1200" smtClean="0"/>
            <a:t>Asymmetrical Encrytion</a:t>
          </a:r>
          <a:endParaRPr lang="en-GB" sz="1900" kern="1200"/>
        </a:p>
      </dsp:txBody>
      <dsp:txXfrm>
        <a:off x="3434360" y="2389079"/>
        <a:ext cx="1585380" cy="14532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7DEC4-0687-9546-AFDA-7F63E3E4E63D}">
      <dsp:nvSpPr>
        <dsp:cNvPr id="0" name=""/>
        <dsp:cNvSpPr/>
      </dsp:nvSpPr>
      <dsp:spPr>
        <a:xfrm>
          <a:off x="497445" y="11264"/>
          <a:ext cx="1618740" cy="1614388"/>
        </a:xfrm>
        <a:prstGeom prst="roundRect">
          <a:avLst>
            <a:gd name="adj" fmla="val 10000"/>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F7010F18-F6C1-6244-999C-6F4826BFEE21}">
      <dsp:nvSpPr>
        <dsp:cNvPr id="0" name=""/>
        <dsp:cNvSpPr/>
      </dsp:nvSpPr>
      <dsp:spPr>
        <a:xfrm>
          <a:off x="314" y="1409161"/>
          <a:ext cx="2660957" cy="2350492"/>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solidFill>
                <a:schemeClr val="tx1"/>
              </a:solidFill>
            </a:rPr>
            <a:t>Cài đặt SSH trên máy chủ web Linux</a:t>
          </a:r>
          <a:endParaRPr lang="en-US" sz="1600" kern="1200" dirty="0">
            <a:solidFill>
              <a:schemeClr val="tx1"/>
            </a:solidFill>
          </a:endParaRPr>
        </a:p>
      </dsp:txBody>
      <dsp:txXfrm>
        <a:off x="69158" y="1478005"/>
        <a:ext cx="2523269" cy="2212804"/>
      </dsp:txXfrm>
    </dsp:sp>
    <dsp:sp modelId="{B48CEBB2-ABEF-3441-AEA3-83AB1BDCA6CB}">
      <dsp:nvSpPr>
        <dsp:cNvPr id="0" name=""/>
        <dsp:cNvSpPr/>
      </dsp:nvSpPr>
      <dsp:spPr>
        <a:xfrm rot="5687">
          <a:off x="2852572" y="501929"/>
          <a:ext cx="736387" cy="639390"/>
        </a:xfrm>
        <a:prstGeom prst="rightArrow">
          <a:avLst>
            <a:gd name="adj1" fmla="val 60000"/>
            <a:gd name="adj2" fmla="val 50000"/>
          </a:avLst>
        </a:prstGeom>
        <a:solidFill>
          <a:schemeClr val="accent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endParaRPr lang="en-US" sz="2700" kern="1200" dirty="0">
            <a:solidFill>
              <a:schemeClr val="tx1"/>
            </a:solidFill>
          </a:endParaRPr>
        </a:p>
      </dsp:txBody>
      <dsp:txXfrm>
        <a:off x="2852572" y="629648"/>
        <a:ext cx="544570" cy="383634"/>
      </dsp:txXfrm>
    </dsp:sp>
    <dsp:sp modelId="{E284C749-1295-0C4F-B1FC-783A25129564}">
      <dsp:nvSpPr>
        <dsp:cNvPr id="0" name=""/>
        <dsp:cNvSpPr/>
      </dsp:nvSpPr>
      <dsp:spPr>
        <a:xfrm>
          <a:off x="4220147" y="17423"/>
          <a:ext cx="1618740" cy="1614388"/>
        </a:xfrm>
        <a:prstGeom prst="roundRect">
          <a:avLst>
            <a:gd name="adj" fmla="val 10000"/>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81E0535B-114E-6F49-902E-9793A88FD7A2}">
      <dsp:nvSpPr>
        <dsp:cNvPr id="0" name=""/>
        <dsp:cNvSpPr/>
      </dsp:nvSpPr>
      <dsp:spPr>
        <a:xfrm>
          <a:off x="3699040" y="1409255"/>
          <a:ext cx="2660957" cy="2350492"/>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Cấu hình tường lửa để cho phép người dùng Internet có thể truy cập được máy chủ web thông qua SSH</a:t>
          </a:r>
          <a:endParaRPr lang="en-US" sz="1600" kern="1200" dirty="0">
            <a:solidFill>
              <a:schemeClr val="tx1"/>
            </a:solidFill>
          </a:endParaRPr>
        </a:p>
      </dsp:txBody>
      <dsp:txXfrm>
        <a:off x="3767884" y="1478099"/>
        <a:ext cx="2523269" cy="2212804"/>
      </dsp:txXfrm>
    </dsp:sp>
    <dsp:sp modelId="{F44E78FC-A2BF-B94F-9C95-C81B202ABE44}">
      <dsp:nvSpPr>
        <dsp:cNvPr id="0" name=""/>
        <dsp:cNvSpPr/>
      </dsp:nvSpPr>
      <dsp:spPr>
        <a:xfrm>
          <a:off x="6619831" y="459205"/>
          <a:ext cx="583287" cy="73082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77950">
            <a:lnSpc>
              <a:spcPct val="90000"/>
            </a:lnSpc>
            <a:spcBef>
              <a:spcPct val="0"/>
            </a:spcBef>
            <a:spcAft>
              <a:spcPct val="35000"/>
            </a:spcAft>
          </a:pPr>
          <a:endParaRPr lang="en-US" sz="3100" kern="1200" dirty="0">
            <a:solidFill>
              <a:schemeClr val="tx1"/>
            </a:solidFill>
          </a:endParaRPr>
        </a:p>
      </dsp:txBody>
      <dsp:txXfrm>
        <a:off x="6619831" y="605370"/>
        <a:ext cx="408301" cy="438493"/>
      </dsp:txXfrm>
    </dsp:sp>
    <dsp:sp modelId="{1CADC06F-09C6-D742-9130-63CA66649117}">
      <dsp:nvSpPr>
        <dsp:cNvPr id="0" name=""/>
        <dsp:cNvSpPr/>
      </dsp:nvSpPr>
      <dsp:spPr>
        <a:xfrm>
          <a:off x="7881912" y="17423"/>
          <a:ext cx="1618740" cy="1614388"/>
        </a:xfrm>
        <a:prstGeom prst="roundRect">
          <a:avLst>
            <a:gd name="adj" fmla="val 10000"/>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6F26F383-AACD-1A41-8F77-717FC223BEE0}">
      <dsp:nvSpPr>
        <dsp:cNvPr id="0" name=""/>
        <dsp:cNvSpPr/>
      </dsp:nvSpPr>
      <dsp:spPr>
        <a:xfrm>
          <a:off x="7390954" y="1409255"/>
          <a:ext cx="2660957" cy="2350492"/>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Cấu hình chỉ cho phép người dùng quản trị truy cập, xác thực bằng mật khẩu, xác thực bằng khóa chia sẻ</a:t>
          </a:r>
          <a:endParaRPr lang="en-US" sz="1600" kern="1200" dirty="0">
            <a:solidFill>
              <a:schemeClr val="tx1"/>
            </a:solidFill>
          </a:endParaRPr>
        </a:p>
      </dsp:txBody>
      <dsp:txXfrm>
        <a:off x="7459798" y="1478099"/>
        <a:ext cx="2523269" cy="22128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1D599-5132-544B-9617-7B411AECE87E}">
      <dsp:nvSpPr>
        <dsp:cNvPr id="0" name=""/>
        <dsp:cNvSpPr/>
      </dsp:nvSpPr>
      <dsp:spPr>
        <a:xfrm>
          <a:off x="3486" y="981870"/>
          <a:ext cx="2183085" cy="702000"/>
        </a:xfrm>
        <a:prstGeom prst="chevron">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b="1" kern="1200" smtClean="0">
              <a:effectLst/>
              <a:latin typeface="+mj-lt"/>
            </a:rPr>
            <a:t>INTRODUCTION</a:t>
          </a:r>
          <a:endParaRPr lang="en-US" sz="1300" b="1" kern="1200" dirty="0">
            <a:effectLst/>
            <a:latin typeface="+mj-lt"/>
          </a:endParaRPr>
        </a:p>
      </dsp:txBody>
      <dsp:txXfrm>
        <a:off x="354486" y="981870"/>
        <a:ext cx="1481085" cy="702000"/>
      </dsp:txXfrm>
    </dsp:sp>
    <dsp:sp modelId="{79CA1122-69FB-0B4E-B2C9-4D2ECE3F8377}">
      <dsp:nvSpPr>
        <dsp:cNvPr id="0" name=""/>
        <dsp:cNvSpPr/>
      </dsp:nvSpPr>
      <dsp:spPr>
        <a:xfrm>
          <a:off x="243835" y="2041566"/>
          <a:ext cx="1746468" cy="100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32000" rIns="182880" bIns="0" numCol="1" spcCol="1270" anchor="t" anchorCtr="0">
          <a:noAutofit/>
        </a:bodyPr>
        <a:lstStyle/>
        <a:p>
          <a:pPr marL="0" lvl="0" indent="0" algn="l" defTabSz="533400">
            <a:lnSpc>
              <a:spcPct val="100000"/>
            </a:lnSpc>
            <a:spcBef>
              <a:spcPct val="0"/>
            </a:spcBef>
            <a:spcAft>
              <a:spcPts val="0"/>
            </a:spcAft>
            <a:buChar char="••"/>
          </a:pPr>
          <a:r>
            <a:rPr lang="en-US" sz="1400" kern="1200" smtClean="0">
              <a:latin typeface="Times New Roman" panose="02020603050405020304" pitchFamily="18" charset="0"/>
              <a:ea typeface="+mn-ea"/>
              <a:cs typeface="Times New Roman" panose="02020603050405020304" pitchFamily="18" charset="0"/>
            </a:rPr>
            <a:t> Giới thiệu tổng quan về SSH</a:t>
          </a:r>
          <a:endParaRPr lang="en-US" sz="1400" kern="1200" dirty="0">
            <a:latin typeface="Times New Roman" panose="02020603050405020304" pitchFamily="18" charset="0"/>
            <a:ea typeface="+mn-ea"/>
            <a:cs typeface="Times New Roman" panose="02020603050405020304" pitchFamily="18" charset="0"/>
          </a:endParaRPr>
        </a:p>
      </dsp:txBody>
      <dsp:txXfrm>
        <a:off x="243835" y="2041566"/>
        <a:ext cx="1746468" cy="1007296"/>
      </dsp:txXfrm>
    </dsp:sp>
    <dsp:sp modelId="{3FE0BECA-F8E9-F948-9E5B-A2C88CDF4684}">
      <dsp:nvSpPr>
        <dsp:cNvPr id="0" name=""/>
        <dsp:cNvSpPr/>
      </dsp:nvSpPr>
      <dsp:spPr>
        <a:xfrm>
          <a:off x="1970571" y="981870"/>
          <a:ext cx="2183085" cy="702000"/>
        </a:xfrm>
        <a:prstGeom prst="chevron">
          <a:avLst/>
        </a:prstGeom>
        <a:solidFill>
          <a:schemeClr val="accent3">
            <a:hueOff val="-1687435"/>
            <a:satOff val="-506"/>
            <a:lumOff val="-1416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b="1" kern="1200" smtClean="0">
              <a:effectLst/>
              <a:latin typeface="+mj-lt"/>
            </a:rPr>
            <a:t>FUNCTION</a:t>
          </a:r>
          <a:endParaRPr lang="en-US" sz="1300" b="1" kern="1200" dirty="0">
            <a:effectLst/>
            <a:latin typeface="+mj-lt"/>
          </a:endParaRPr>
        </a:p>
      </dsp:txBody>
      <dsp:txXfrm>
        <a:off x="2321571" y="981870"/>
        <a:ext cx="1481085" cy="702000"/>
      </dsp:txXfrm>
    </dsp:sp>
    <dsp:sp modelId="{E0B80017-40D4-A441-897E-5DB40659239C}">
      <dsp:nvSpPr>
        <dsp:cNvPr id="0" name=""/>
        <dsp:cNvSpPr/>
      </dsp:nvSpPr>
      <dsp:spPr>
        <a:xfrm>
          <a:off x="1970571" y="2041566"/>
          <a:ext cx="1746468" cy="100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32000" rIns="0" bIns="0" numCol="1" spcCol="1270" anchor="t" anchorCtr="0">
          <a:noAutofit/>
        </a:bodyPr>
        <a:lstStyle/>
        <a:p>
          <a:pPr marL="17463" lvl="1" indent="0" algn="l" defTabSz="622300">
            <a:lnSpc>
              <a:spcPct val="90000"/>
            </a:lnSpc>
            <a:spcBef>
              <a:spcPct val="0"/>
            </a:spcBef>
            <a:spcAft>
              <a:spcPct val="15000"/>
            </a:spcAft>
            <a:buChar char="••"/>
            <a:tabLst/>
          </a:pPr>
          <a:r>
            <a:rPr lang="en-US" sz="1400" kern="1200" smtClean="0">
              <a:latin typeface="Times New Roman" panose="02020603050405020304" pitchFamily="18" charset="0"/>
              <a:cs typeface="Times New Roman" panose="02020603050405020304" pitchFamily="18" charset="0"/>
            </a:rPr>
            <a:t> Các chức năng chính của SSH</a:t>
          </a:r>
          <a:endParaRPr lang="en-US" sz="1400" kern="1200" dirty="0">
            <a:latin typeface="Times New Roman" panose="02020603050405020304" pitchFamily="18" charset="0"/>
            <a:cs typeface="Times New Roman" panose="02020603050405020304" pitchFamily="18" charset="0"/>
          </a:endParaRPr>
        </a:p>
      </dsp:txBody>
      <dsp:txXfrm>
        <a:off x="1970571" y="2041566"/>
        <a:ext cx="1746468" cy="1007296"/>
      </dsp:txXfrm>
    </dsp:sp>
    <dsp:sp modelId="{81520718-E0A3-F74D-A443-828F2E61E496}">
      <dsp:nvSpPr>
        <dsp:cNvPr id="0" name=""/>
        <dsp:cNvSpPr/>
      </dsp:nvSpPr>
      <dsp:spPr>
        <a:xfrm>
          <a:off x="3937657" y="981870"/>
          <a:ext cx="2183085" cy="702000"/>
        </a:xfrm>
        <a:prstGeom prst="chevron">
          <a:avLst/>
        </a:prstGeom>
        <a:solidFill>
          <a:schemeClr val="accent3">
            <a:hueOff val="-3374869"/>
            <a:satOff val="-1013"/>
            <a:lumOff val="-2833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US" sz="1300" b="1" kern="1200" smtClean="0">
              <a:effectLst/>
              <a:latin typeface="+mj-lt"/>
            </a:rPr>
            <a:t>ARCHITECTURE</a:t>
          </a:r>
          <a:endParaRPr lang="en-US" sz="1300" b="1" kern="1200" dirty="0">
            <a:effectLst/>
            <a:latin typeface="+mj-lt"/>
          </a:endParaRPr>
        </a:p>
      </dsp:txBody>
      <dsp:txXfrm>
        <a:off x="4288657" y="981870"/>
        <a:ext cx="1481085" cy="702000"/>
      </dsp:txXfrm>
    </dsp:sp>
    <dsp:sp modelId="{8A27EB0C-FEE2-BE49-9979-EC1C219DE78D}">
      <dsp:nvSpPr>
        <dsp:cNvPr id="0" name=""/>
        <dsp:cNvSpPr/>
      </dsp:nvSpPr>
      <dsp:spPr>
        <a:xfrm>
          <a:off x="3937657" y="2041566"/>
          <a:ext cx="1746468" cy="100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32000" rIns="182880" bIns="0" numCol="1" spcCol="1270" anchor="t" anchorCtr="0">
          <a:noAutofit/>
        </a:bodyPr>
        <a:lstStyle/>
        <a:p>
          <a:pPr marL="17463" lvl="1" indent="0" algn="l" defTabSz="622300">
            <a:lnSpc>
              <a:spcPct val="90000"/>
            </a:lnSpc>
            <a:spcBef>
              <a:spcPct val="0"/>
            </a:spcBef>
            <a:spcAft>
              <a:spcPct val="15000"/>
            </a:spcAft>
            <a:buChar char="••"/>
            <a:tabLst/>
          </a:pPr>
          <a:r>
            <a:rPr lang="en-US" sz="1400" kern="1200" smtClean="0">
              <a:latin typeface="Times New Roman" panose="02020603050405020304" pitchFamily="18" charset="0"/>
              <a:cs typeface="Times New Roman" panose="02020603050405020304" pitchFamily="18" charset="0"/>
            </a:rPr>
            <a:t> Cấu trúc của SSH</a:t>
          </a:r>
          <a:endParaRPr lang="en-US" sz="1400" kern="1200" dirty="0">
            <a:latin typeface="Times New Roman" panose="02020603050405020304" pitchFamily="18" charset="0"/>
            <a:cs typeface="Times New Roman" panose="02020603050405020304" pitchFamily="18" charset="0"/>
          </a:endParaRPr>
        </a:p>
      </dsp:txBody>
      <dsp:txXfrm>
        <a:off x="3937657" y="2041566"/>
        <a:ext cx="1746468" cy="1007296"/>
      </dsp:txXfrm>
    </dsp:sp>
    <dsp:sp modelId="{0CD56FB9-D72E-9940-8548-010CDB0C9363}">
      <dsp:nvSpPr>
        <dsp:cNvPr id="0" name=""/>
        <dsp:cNvSpPr/>
      </dsp:nvSpPr>
      <dsp:spPr>
        <a:xfrm>
          <a:off x="5904742" y="981870"/>
          <a:ext cx="2183085" cy="702000"/>
        </a:xfrm>
        <a:prstGeom prst="chevron">
          <a:avLst/>
        </a:prstGeom>
        <a:solidFill>
          <a:schemeClr val="accent3">
            <a:hueOff val="-5062304"/>
            <a:satOff val="-1519"/>
            <a:lumOff val="-424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GB" sz="1300" b="1" kern="1200" smtClean="0">
              <a:effectLst/>
              <a:latin typeface="+mj-lt"/>
            </a:rPr>
            <a:t>WORKING</a:t>
          </a:r>
          <a:endParaRPr lang="ru-RU" sz="1300" b="1" kern="1200" dirty="0">
            <a:effectLst/>
            <a:latin typeface="+mj-lt"/>
          </a:endParaRPr>
        </a:p>
      </dsp:txBody>
      <dsp:txXfrm>
        <a:off x="6255742" y="981870"/>
        <a:ext cx="1481085" cy="702000"/>
      </dsp:txXfrm>
    </dsp:sp>
    <dsp:sp modelId="{F38F5139-7DF1-3240-BF8A-0D0B02C34E33}">
      <dsp:nvSpPr>
        <dsp:cNvPr id="0" name=""/>
        <dsp:cNvSpPr/>
      </dsp:nvSpPr>
      <dsp:spPr>
        <a:xfrm>
          <a:off x="5904742" y="2041566"/>
          <a:ext cx="1746468" cy="100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32000" rIns="182880" bIns="0" numCol="1" spcCol="1270" anchor="t" anchorCtr="0">
          <a:noAutofit/>
        </a:bodyPr>
        <a:lstStyle/>
        <a:p>
          <a:pPr marL="0" lvl="0" indent="0" algn="l" defTabSz="533400">
            <a:lnSpc>
              <a:spcPct val="90000"/>
            </a:lnSpc>
            <a:spcBef>
              <a:spcPct val="0"/>
            </a:spcBef>
            <a:spcAft>
              <a:spcPts val="0"/>
            </a:spcAft>
            <a:buChar char="••"/>
          </a:pPr>
          <a:r>
            <a:rPr lang="en-US" sz="1400" kern="1200" smtClean="0">
              <a:latin typeface="Times New Roman" panose="02020603050405020304" pitchFamily="18" charset="0"/>
              <a:ea typeface="+mn-ea"/>
              <a:cs typeface="Times New Roman" panose="02020603050405020304" pitchFamily="18" charset="0"/>
            </a:rPr>
            <a:t> Cơ chế hoạt động và các kỹ thuật mã hóa của SSH</a:t>
          </a:r>
          <a:endParaRPr lang="en-US" sz="1400" kern="1200" dirty="0">
            <a:latin typeface="Times New Roman" panose="02020603050405020304" pitchFamily="18" charset="0"/>
            <a:ea typeface="+mn-ea"/>
            <a:cs typeface="Times New Roman" panose="02020603050405020304" pitchFamily="18" charset="0"/>
          </a:endParaRPr>
        </a:p>
      </dsp:txBody>
      <dsp:txXfrm>
        <a:off x="5904742" y="2041566"/>
        <a:ext cx="1746468" cy="1007296"/>
      </dsp:txXfrm>
    </dsp:sp>
    <dsp:sp modelId="{BB3B3198-26D7-164E-981A-C5A96DD0DBEF}">
      <dsp:nvSpPr>
        <dsp:cNvPr id="0" name=""/>
        <dsp:cNvSpPr/>
      </dsp:nvSpPr>
      <dsp:spPr>
        <a:xfrm>
          <a:off x="7871828" y="981870"/>
          <a:ext cx="2183085" cy="702000"/>
        </a:xfrm>
        <a:prstGeom prst="chevron">
          <a:avLst/>
        </a:prstGeom>
        <a:solidFill>
          <a:schemeClr val="accent3">
            <a:hueOff val="-6749738"/>
            <a:satOff val="-2025"/>
            <a:lumOff val="-566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lvl="0" algn="ctr" defTabSz="577850">
            <a:lnSpc>
              <a:spcPct val="90000"/>
            </a:lnSpc>
            <a:spcBef>
              <a:spcPct val="0"/>
            </a:spcBef>
            <a:spcAft>
              <a:spcPct val="35000"/>
            </a:spcAft>
          </a:pPr>
          <a:r>
            <a:rPr lang="en-GB" sz="1300" b="1" kern="1200" smtClean="0">
              <a:effectLst/>
              <a:latin typeface="+mj-lt"/>
            </a:rPr>
            <a:t>IMPLEMENTATION</a:t>
          </a:r>
          <a:endParaRPr lang="ru-RU" sz="1300" b="1" kern="1200" dirty="0">
            <a:effectLst/>
            <a:latin typeface="+mj-lt"/>
          </a:endParaRPr>
        </a:p>
      </dsp:txBody>
      <dsp:txXfrm>
        <a:off x="8222828" y="981870"/>
        <a:ext cx="1481085" cy="702000"/>
      </dsp:txXfrm>
    </dsp:sp>
    <dsp:sp modelId="{7DDD8217-14DA-AF4E-9FE3-03C109C46553}">
      <dsp:nvSpPr>
        <dsp:cNvPr id="0" name=""/>
        <dsp:cNvSpPr/>
      </dsp:nvSpPr>
      <dsp:spPr>
        <a:xfrm>
          <a:off x="7871828" y="2041566"/>
          <a:ext cx="1746468" cy="100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32000" rIns="0" bIns="0" numCol="1" spcCol="1270" anchor="t" anchorCtr="0">
          <a:noAutofit/>
        </a:bodyPr>
        <a:lstStyle/>
        <a:p>
          <a:pPr marL="0" lvl="0" indent="0" algn="l" defTabSz="533400">
            <a:lnSpc>
              <a:spcPct val="90000"/>
            </a:lnSpc>
            <a:spcBef>
              <a:spcPct val="0"/>
            </a:spcBef>
            <a:spcAft>
              <a:spcPts val="0"/>
            </a:spcAft>
            <a:buChar char="••"/>
          </a:pPr>
          <a:r>
            <a:rPr lang="en-US" sz="1400" kern="1200" smtClean="0">
              <a:latin typeface="Times New Roman" panose="02020603050405020304" pitchFamily="18" charset="0"/>
              <a:ea typeface="+mn-ea"/>
              <a:cs typeface="Times New Roman" panose="02020603050405020304" pitchFamily="18" charset="0"/>
            </a:rPr>
            <a:t> Đảm bảo an toàn kết nối sử dụng SSH</a:t>
          </a:r>
          <a:endParaRPr lang="en-US" sz="1400" kern="1200" dirty="0">
            <a:latin typeface="Times New Roman" panose="02020603050405020304" pitchFamily="18" charset="0"/>
            <a:ea typeface="+mn-ea"/>
            <a:cs typeface="Times New Roman" panose="02020603050405020304" pitchFamily="18" charset="0"/>
          </a:endParaRPr>
        </a:p>
      </dsp:txBody>
      <dsp:txXfrm>
        <a:off x="7871828" y="2041566"/>
        <a:ext cx="1746468" cy="100729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F7EB75-3E4B-4EC8-9177-25D57507C293}" type="datetimeFigureOut">
              <a:rPr lang="en-GB" smtClean="0"/>
              <a:t>23/11/2022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AEF3A-790C-4BE3-8A76-52FDDE378F48}" type="slidenum">
              <a:rPr lang="en-GB" smtClean="0"/>
              <a:t>‹#›</a:t>
            </a:fld>
            <a:endParaRPr lang="en-GB"/>
          </a:p>
        </p:txBody>
      </p:sp>
    </p:spTree>
    <p:extLst>
      <p:ext uri="{BB962C8B-B14F-4D97-AF65-F5344CB8AC3E}">
        <p14:creationId xmlns:p14="http://schemas.microsoft.com/office/powerpoint/2010/main" val="553091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mtClean="0"/>
          </a:p>
          <a:p>
            <a:pPr marL="0" indent="0">
              <a:buFont typeface="+mj-lt"/>
              <a:buNone/>
            </a:pPr>
            <a:endParaRPr lang="en-US" smtClean="0"/>
          </a:p>
        </p:txBody>
      </p:sp>
      <p:sp>
        <p:nvSpPr>
          <p:cNvPr id="4" name="Slide Number Placeholder 3"/>
          <p:cNvSpPr>
            <a:spLocks noGrp="1"/>
          </p:cNvSpPr>
          <p:nvPr>
            <p:ph type="sldNum" sz="quarter" idx="10"/>
          </p:nvPr>
        </p:nvSpPr>
        <p:spPr/>
        <p:txBody>
          <a:bodyPr/>
          <a:lstStyle/>
          <a:p>
            <a:fld id="{026AEF3A-790C-4BE3-8A76-52FDDE378F48}" type="slidenum">
              <a:rPr lang="en-GB" smtClean="0"/>
              <a:t>6</a:t>
            </a:fld>
            <a:endParaRPr lang="en-GB"/>
          </a:p>
        </p:txBody>
      </p:sp>
    </p:spTree>
    <p:extLst>
      <p:ext uri="{BB962C8B-B14F-4D97-AF65-F5344CB8AC3E}">
        <p14:creationId xmlns:p14="http://schemas.microsoft.com/office/powerpoint/2010/main" val="23314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6AEF3A-790C-4BE3-8A76-52FDDE378F48}" type="slidenum">
              <a:rPr lang="en-GB" smtClean="0"/>
              <a:t>7</a:t>
            </a:fld>
            <a:endParaRPr lang="en-GB"/>
          </a:p>
        </p:txBody>
      </p:sp>
    </p:spTree>
    <p:extLst>
      <p:ext uri="{BB962C8B-B14F-4D97-AF65-F5344CB8AC3E}">
        <p14:creationId xmlns:p14="http://schemas.microsoft.com/office/powerpoint/2010/main" val="1662843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1" y="4450188"/>
            <a:ext cx="12192000" cy="2407811"/>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noProof="0" smtClean="0"/>
              <a:t>11/23/2022</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72358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Header">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4217870" y="0"/>
            <a:ext cx="3599236" cy="6857999"/>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noProof="0" smtClean="0"/>
              <a:t>11/23/2022</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707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202A34A5-A029-A246-82C6-D288185EB396}"/>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noProof="0" smtClean="0"/>
              <a:t>11/23/2022</a:t>
            </a:fld>
            <a:endParaRPr lang="en-US" noProof="0"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noProof="0"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343240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id="{64248D99-2B30-464D-B9B7-4E5C3A1F3FB2}"/>
              </a:ext>
            </a:extLst>
          </p:cNvPr>
          <p:cNvSpPr/>
          <p:nvPr userDrawn="1"/>
        </p:nvSpPr>
        <p:spPr>
          <a:xfrm flipH="1">
            <a:off x="0" y="0"/>
            <a:ext cx="6096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6" name="Rectangle">
            <a:extLst>
              <a:ext uri="{FF2B5EF4-FFF2-40B4-BE49-F238E27FC236}">
                <a16:creationId xmlns:a16="http://schemas.microsoft.com/office/drawing/2014/main" id="{3FAFF55B-FDE6-394B-A39B-22627D8FB6E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097280" y="2958274"/>
            <a:ext cx="4639736" cy="2910821"/>
          </a:xfrm>
        </p:spPr>
        <p:txBody>
          <a:bodyPr>
            <a:normAutofit/>
          </a:bodyPr>
          <a:lstStyle>
            <a:lvl1pPr>
              <a:defRPr sz="1600">
                <a:solidFill>
                  <a:schemeClr val="tx1"/>
                </a:solidFill>
              </a:defRPr>
            </a:lvl1pPr>
            <a:lvl2pPr>
              <a:defRPr sz="14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15944" y="2958273"/>
            <a:ext cx="4639736" cy="2910821"/>
          </a:xfrm>
        </p:spPr>
        <p:txBody>
          <a:bodyPr>
            <a:normAutofit/>
          </a:bodyPr>
          <a:lstStyle>
            <a:lvl1pPr>
              <a:defRPr sz="1600">
                <a:solidFill>
                  <a:schemeClr val="tx1"/>
                </a:solidFill>
              </a:defRPr>
            </a:lvl1pPr>
            <a:lvl2pPr>
              <a:defRPr sz="14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noProof="0" smtClean="0"/>
              <a:t>11/23/2022</a:t>
            </a:fld>
            <a:endParaRPr lang="en-US" noProof="0"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noProof="0"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7" name="Title Placeholder 1">
            <a:extLst>
              <a:ext uri="{FF2B5EF4-FFF2-40B4-BE49-F238E27FC236}">
                <a16:creationId xmlns:a16="http://schemas.microsoft.com/office/drawing/2014/main" id="{99E345E4-E77C-484E-9FBB-E4EC71F08545}"/>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242322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83ACCAC0-2C8A-CE43-8C55-22BB53C73920}"/>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noProof="0" smtClean="0"/>
              <a:t>11/23/2022</a:t>
            </a:fld>
            <a:endParaRPr lang="en-US" noProof="0"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noProof="0"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4" name="Title Placeholder 1">
            <a:extLst>
              <a:ext uri="{FF2B5EF4-FFF2-40B4-BE49-F238E27FC236}">
                <a16:creationId xmlns:a16="http://schemas.microsoft.com/office/drawing/2014/main" id="{D4076461-FF7A-8843-B7F9-D041F3FB22FC}"/>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3020399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35FB147F-5DC4-B24C-B8CB-D3DA74290381}"/>
              </a:ext>
            </a:extLst>
          </p:cNvPr>
          <p:cNvSpPr/>
          <p:nvPr userDrawn="1"/>
        </p:nvSpPr>
        <p:spPr>
          <a:xfrm>
            <a:off x="1" y="34290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noProof="0" smtClean="0"/>
              <a:t>11/23/2022</a:t>
            </a:fld>
            <a:endParaRPr lang="en-US" noProof="0"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noProof="0"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9" name="Picture Placeholder 3">
            <a:extLst>
              <a:ext uri="{FF2B5EF4-FFF2-40B4-BE49-F238E27FC236}">
                <a16:creationId xmlns:a16="http://schemas.microsoft.com/office/drawing/2014/main" id="{B9308E97-4F89-394E-856A-5B4EFCB2E73D}"/>
              </a:ext>
            </a:extLst>
          </p:cNvPr>
          <p:cNvSpPr>
            <a:spLocks noGrp="1"/>
          </p:cNvSpPr>
          <p:nvPr>
            <p:ph type="pic" sz="quarter" idx="13"/>
          </p:nvPr>
        </p:nvSpPr>
        <p:spPr>
          <a:xfrm>
            <a:off x="1097279" y="1930861"/>
            <a:ext cx="2919413" cy="2919413"/>
          </a:xfrm>
          <a:solidFill>
            <a:srgbClr val="EDEFF7"/>
          </a:solidFill>
        </p:spPr>
        <p:txBody>
          <a:bodyPr anchor="ctr"/>
          <a:lstStyle>
            <a:lvl1pPr algn="ctr">
              <a:defRPr/>
            </a:lvl1pPr>
          </a:lstStyle>
          <a:p>
            <a:r>
              <a:rPr lang="en-US" noProof="0" smtClean="0"/>
              <a:t>Click icon to add picture</a:t>
            </a:r>
            <a:endParaRPr lang="en-US" noProof="0" dirty="0"/>
          </a:p>
        </p:txBody>
      </p:sp>
      <p:sp>
        <p:nvSpPr>
          <p:cNvPr id="20" name="Picture Placeholder 3">
            <a:extLst>
              <a:ext uri="{FF2B5EF4-FFF2-40B4-BE49-F238E27FC236}">
                <a16:creationId xmlns:a16="http://schemas.microsoft.com/office/drawing/2014/main" id="{A50BECA0-8817-964B-AEDB-A45669684C37}"/>
              </a:ext>
            </a:extLst>
          </p:cNvPr>
          <p:cNvSpPr>
            <a:spLocks noGrp="1"/>
          </p:cNvSpPr>
          <p:nvPr>
            <p:ph type="pic" sz="quarter" idx="14"/>
          </p:nvPr>
        </p:nvSpPr>
        <p:spPr>
          <a:xfrm>
            <a:off x="4659186" y="1930861"/>
            <a:ext cx="2919413" cy="2919413"/>
          </a:xfrm>
          <a:solidFill>
            <a:srgbClr val="EDEFF7"/>
          </a:solidFill>
        </p:spPr>
        <p:txBody>
          <a:bodyPr anchor="ctr"/>
          <a:lstStyle>
            <a:lvl1pPr algn="ctr">
              <a:defRPr/>
            </a:lvl1pPr>
          </a:lstStyle>
          <a:p>
            <a:r>
              <a:rPr lang="en-US" noProof="0" smtClean="0"/>
              <a:t>Click icon to add picture</a:t>
            </a:r>
            <a:endParaRPr lang="en-US" noProof="0" dirty="0"/>
          </a:p>
        </p:txBody>
      </p:sp>
      <p:sp>
        <p:nvSpPr>
          <p:cNvPr id="21" name="Picture Placeholder 3">
            <a:extLst>
              <a:ext uri="{FF2B5EF4-FFF2-40B4-BE49-F238E27FC236}">
                <a16:creationId xmlns:a16="http://schemas.microsoft.com/office/drawing/2014/main" id="{EF399F4D-B67A-4C4B-BCF3-36FE110603F1}"/>
              </a:ext>
            </a:extLst>
          </p:cNvPr>
          <p:cNvSpPr>
            <a:spLocks noGrp="1"/>
          </p:cNvSpPr>
          <p:nvPr>
            <p:ph type="pic" sz="quarter" idx="15"/>
          </p:nvPr>
        </p:nvSpPr>
        <p:spPr>
          <a:xfrm>
            <a:off x="8221093" y="1930861"/>
            <a:ext cx="2919413" cy="2919413"/>
          </a:xfrm>
          <a:solidFill>
            <a:srgbClr val="EDEFF7"/>
          </a:solidFill>
        </p:spPr>
        <p:txBody>
          <a:bodyPr anchor="ctr"/>
          <a:lstStyle>
            <a:lvl1pPr algn="ctr">
              <a:defRPr/>
            </a:lvl1pPr>
          </a:lstStyle>
          <a:p>
            <a:r>
              <a:rPr lang="en-US" noProof="0" smtClean="0"/>
              <a:t>Click icon to add picture</a:t>
            </a:r>
            <a:endParaRPr lang="en-US" noProof="0" dirty="0"/>
          </a:p>
        </p:txBody>
      </p:sp>
      <p:sp>
        <p:nvSpPr>
          <p:cNvPr id="22" name="Text Placeholder 3">
            <a:extLst>
              <a:ext uri="{FF2B5EF4-FFF2-40B4-BE49-F238E27FC236}">
                <a16:creationId xmlns:a16="http://schemas.microsoft.com/office/drawing/2014/main" id="{08305C84-E25F-EC49-8F2B-4C0181FD3ABF}"/>
              </a:ext>
            </a:extLst>
          </p:cNvPr>
          <p:cNvSpPr>
            <a:spLocks noGrp="1"/>
          </p:cNvSpPr>
          <p:nvPr>
            <p:ph type="body" sz="half" idx="2" hasCustomPrompt="1"/>
          </p:nvPr>
        </p:nvSpPr>
        <p:spPr>
          <a:xfrm>
            <a:off x="1097279"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3" name="Text Placeholder 3">
            <a:extLst>
              <a:ext uri="{FF2B5EF4-FFF2-40B4-BE49-F238E27FC236}">
                <a16:creationId xmlns:a16="http://schemas.microsoft.com/office/drawing/2014/main" id="{A57A1FCE-E6BF-3747-9D43-42DBA6656EC0}"/>
              </a:ext>
            </a:extLst>
          </p:cNvPr>
          <p:cNvSpPr>
            <a:spLocks noGrp="1"/>
          </p:cNvSpPr>
          <p:nvPr>
            <p:ph type="body" sz="half" idx="16" hasCustomPrompt="1"/>
          </p:nvPr>
        </p:nvSpPr>
        <p:spPr>
          <a:xfrm>
            <a:off x="4666773"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4" name="Text Placeholder 3">
            <a:extLst>
              <a:ext uri="{FF2B5EF4-FFF2-40B4-BE49-F238E27FC236}">
                <a16:creationId xmlns:a16="http://schemas.microsoft.com/office/drawing/2014/main" id="{5B4B74C8-96E7-684F-91B9-8CE56CD10F1E}"/>
              </a:ext>
            </a:extLst>
          </p:cNvPr>
          <p:cNvSpPr>
            <a:spLocks noGrp="1"/>
          </p:cNvSpPr>
          <p:nvPr>
            <p:ph type="body" sz="half" idx="17" hasCustomPrompt="1"/>
          </p:nvPr>
        </p:nvSpPr>
        <p:spPr>
          <a:xfrm>
            <a:off x="8236267"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5" name="Title Placeholder 1">
            <a:extLst>
              <a:ext uri="{FF2B5EF4-FFF2-40B4-BE49-F238E27FC236}">
                <a16:creationId xmlns:a16="http://schemas.microsoft.com/office/drawing/2014/main" id="{D522564E-B348-544F-A8E5-CFCAFA48B54B}"/>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141889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11/23/2022</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2472297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11/23/2022</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5BFC727-5650-B049-AA2A-2511C08FB35B}"/>
              </a:ext>
            </a:extLst>
          </p:cNvPr>
          <p:cNvSpPr/>
          <p:nvPr userDrawn="1"/>
        </p:nvSpPr>
        <p:spPr>
          <a:xfrm flipH="1">
            <a:off x="0" y="0"/>
            <a:ext cx="1195754"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E700C598-C823-744D-BE16-5114B7625057}"/>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Picture Placeholder 8">
            <a:extLst>
              <a:ext uri="{FF2B5EF4-FFF2-40B4-BE49-F238E27FC236}">
                <a16:creationId xmlns:a16="http://schemas.microsoft.com/office/drawing/2014/main" id="{21BED569-C9C5-8F4D-A42A-ED4914579D63}"/>
              </a:ext>
            </a:extLst>
          </p:cNvPr>
          <p:cNvSpPr>
            <a:spLocks noGrp="1"/>
          </p:cNvSpPr>
          <p:nvPr>
            <p:ph type="pic" sz="quarter" idx="13"/>
          </p:nvPr>
        </p:nvSpPr>
        <p:spPr>
          <a:xfrm>
            <a:off x="5924550" y="633875"/>
            <a:ext cx="5632450" cy="5591175"/>
          </a:xfrm>
          <a:solidFill>
            <a:schemeClr val="tx2"/>
          </a:solidFill>
        </p:spPr>
        <p:txBody>
          <a:bodyPr anchor="ctr"/>
          <a:lstStyle>
            <a:lvl1pPr algn="ctr">
              <a:defRPr>
                <a:solidFill>
                  <a:schemeClr val="bg1"/>
                </a:solidFill>
              </a:defRPr>
            </a:lvl1pPr>
          </a:lstStyle>
          <a:p>
            <a:r>
              <a:rPr lang="en-US" noProof="0" smtClean="0"/>
              <a:t>Click icon to add picture</a:t>
            </a:r>
            <a:endParaRPr lang="en-US" noProof="0" dirty="0"/>
          </a:p>
        </p:txBody>
      </p:sp>
      <p:sp>
        <p:nvSpPr>
          <p:cNvPr id="11" name="Title Placeholder 1">
            <a:extLst>
              <a:ext uri="{FF2B5EF4-FFF2-40B4-BE49-F238E27FC236}">
                <a16:creationId xmlns:a16="http://schemas.microsoft.com/office/drawing/2014/main" id="{ACB6E588-2EB7-9A41-A93A-7757596EF9D6}"/>
              </a:ext>
            </a:extLst>
          </p:cNvPr>
          <p:cNvSpPr>
            <a:spLocks noGrp="1"/>
          </p:cNvSpPr>
          <p:nvPr>
            <p:ph type="title" hasCustomPrompt="1"/>
          </p:nvPr>
        </p:nvSpPr>
        <p:spPr>
          <a:xfrm>
            <a:off x="1195754" y="942870"/>
            <a:ext cx="4157296" cy="1292750"/>
          </a:xfrm>
          <a:prstGeom prst="rect">
            <a:avLst/>
          </a:prstGeom>
        </p:spPr>
        <p:txBody>
          <a:bodyPr vert="horz" lIns="91440" tIns="45720" rIns="91440" bIns="45720" rtlCol="0" anchor="ctr">
            <a:normAutofit/>
          </a:bodyPr>
          <a:lstStyle>
            <a:lvl1pP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A6C0FE70-F6BB-3D40-AD3C-E704CABE499C}"/>
              </a:ext>
            </a:extLst>
          </p:cNvPr>
          <p:cNvSpPr>
            <a:spLocks noGrp="1"/>
          </p:cNvSpPr>
          <p:nvPr>
            <p:ph sz="half" idx="2"/>
          </p:nvPr>
        </p:nvSpPr>
        <p:spPr>
          <a:xfrm>
            <a:off x="1195754" y="2281657"/>
            <a:ext cx="4157296" cy="3633471"/>
          </a:xfrm>
        </p:spPr>
        <p:txBody>
          <a:bodyPr>
            <a:normAutofit/>
          </a:bodyPr>
          <a:lstStyle>
            <a:lvl1pPr marL="0" indent="0">
              <a:buClr>
                <a:schemeClr val="tx1"/>
              </a:buClr>
              <a:buNone/>
              <a:defRPr sz="1600">
                <a:solidFill>
                  <a:schemeClr val="tx1"/>
                </a:solidFill>
              </a:defRPr>
            </a:lvl1pPr>
            <a:lvl2pPr marL="201168" indent="0">
              <a:buClr>
                <a:schemeClr val="tx1"/>
              </a:buClr>
              <a:buFont typeface="Arial" panose="020B0604020202020204" pitchFamily="34" charset="0"/>
              <a:buNone/>
              <a:defRPr sz="1400">
                <a:solidFill>
                  <a:schemeClr val="tx1"/>
                </a:solidFill>
              </a:defRPr>
            </a:lvl2pPr>
            <a:lvl3pPr marL="384048" indent="0">
              <a:buClr>
                <a:schemeClr val="tx1"/>
              </a:buClr>
              <a:buFont typeface="Arial" panose="020B0604020202020204" pitchFamily="34" charset="0"/>
              <a:buNone/>
              <a:defRPr sz="1100">
                <a:solidFill>
                  <a:schemeClr val="tx1"/>
                </a:solidFill>
              </a:defRPr>
            </a:lvl3pPr>
            <a:lvl4pPr marL="566928" indent="0">
              <a:buClr>
                <a:schemeClr val="tx1"/>
              </a:buClr>
              <a:buFont typeface="Arial" panose="020B0604020202020204" pitchFamily="34" charset="0"/>
              <a:buNone/>
              <a:defRPr sz="1100">
                <a:solidFill>
                  <a:schemeClr val="tx1"/>
                </a:solidFill>
              </a:defRPr>
            </a:lvl4pPr>
            <a:lvl5pPr marL="749808" indent="0">
              <a:buClr>
                <a:schemeClr val="tx1"/>
              </a:buClr>
              <a:buFont typeface="Arial" panose="020B0604020202020204" pitchFamily="34" charset="0"/>
              <a:buNone/>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70171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11/23/2022</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AB10FFC-D586-994D-8D3D-F4042255CB72}"/>
              </a:ext>
            </a:extLst>
          </p:cNvPr>
          <p:cNvSpPr/>
          <p:nvPr userDrawn="1"/>
        </p:nvSpPr>
        <p:spPr>
          <a:xfrm flipH="1">
            <a:off x="0" y="0"/>
            <a:ext cx="12192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C7B0C08A-E831-D242-B2CE-2DEB004F982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cxnSp>
        <p:nvCxnSpPr>
          <p:cNvPr id="7" name="Straight Connector 6">
            <a:extLst>
              <a:ext uri="{FF2B5EF4-FFF2-40B4-BE49-F238E27FC236}">
                <a16:creationId xmlns:a16="http://schemas.microsoft.com/office/drawing/2014/main" id="{105C2191-88F7-4148-96FD-E129F707E038}"/>
              </a:ext>
            </a:extLst>
          </p:cNvPr>
          <p:cNvCxnSpPr/>
          <p:nvPr userDrawn="1"/>
        </p:nvCxnSpPr>
        <p:spPr>
          <a:xfrm>
            <a:off x="6818393" y="999565"/>
            <a:ext cx="0" cy="4858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Placeholder 1">
            <a:extLst>
              <a:ext uri="{FF2B5EF4-FFF2-40B4-BE49-F238E27FC236}">
                <a16:creationId xmlns:a16="http://schemas.microsoft.com/office/drawing/2014/main" id="{61FB2196-E251-5A40-86F7-6092CEBFA133}"/>
              </a:ext>
            </a:extLst>
          </p:cNvPr>
          <p:cNvSpPr>
            <a:spLocks noGrp="1"/>
          </p:cNvSpPr>
          <p:nvPr>
            <p:ph type="title" hasCustomPrompt="1"/>
          </p:nvPr>
        </p:nvSpPr>
        <p:spPr>
          <a:xfrm>
            <a:off x="635000" y="3135207"/>
            <a:ext cx="5460992" cy="587584"/>
          </a:xfrm>
          <a:prstGeom prst="rect">
            <a:avLst/>
          </a:prstGeom>
        </p:spPr>
        <p:txBody>
          <a:bodyPr vert="horz" lIns="91440" tIns="45720" rIns="91440" bIns="45720" rtlCol="0" anchor="ctr">
            <a:noAutofit/>
          </a:bodyPr>
          <a:lstStyle>
            <a:lvl1pPr algn="r">
              <a:defRPr sz="4800" cap="all" baseline="0"/>
            </a:lvl1pPr>
          </a:lstStyle>
          <a:p>
            <a:r>
              <a:rPr lang="en-US" noProof="0"/>
              <a:t>Title goes here</a:t>
            </a:r>
          </a:p>
        </p:txBody>
      </p:sp>
      <p:sp>
        <p:nvSpPr>
          <p:cNvPr id="12" name="Content Placeholder 3">
            <a:extLst>
              <a:ext uri="{FF2B5EF4-FFF2-40B4-BE49-F238E27FC236}">
                <a16:creationId xmlns:a16="http://schemas.microsoft.com/office/drawing/2014/main" id="{C2FACD1B-0D9C-A547-98A0-D66C341D3D74}"/>
              </a:ext>
            </a:extLst>
          </p:cNvPr>
          <p:cNvSpPr>
            <a:spLocks noGrp="1"/>
          </p:cNvSpPr>
          <p:nvPr>
            <p:ph sz="half" idx="2" hasCustomPrompt="1"/>
          </p:nvPr>
        </p:nvSpPr>
        <p:spPr>
          <a:xfrm>
            <a:off x="7540794" y="831286"/>
            <a:ext cx="4016206" cy="5195425"/>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lvl2pPr>
            <a:lvl3pPr marL="612648" indent="-228600">
              <a:buClr>
                <a:schemeClr val="tx1"/>
              </a:buClr>
              <a:buFont typeface="+mj-lt"/>
              <a:buAutoNum type="arabicPeriod"/>
              <a:defRPr sz="1100"/>
            </a:lvl3pPr>
            <a:lvl4pPr marL="795528" indent="-228600">
              <a:buClr>
                <a:schemeClr val="tx1"/>
              </a:buClr>
              <a:buFont typeface="+mj-lt"/>
              <a:buAutoNum type="arabicPeriod"/>
              <a:defRPr sz="1100"/>
            </a:lvl4pPr>
            <a:lvl5pPr marL="978408" indent="-228600">
              <a:buClr>
                <a:schemeClr val="tx1"/>
              </a:buClr>
              <a:buFont typeface="+mj-lt"/>
              <a:buAutoNum type="arabicPeriod"/>
              <a:defRPr sz="1100"/>
            </a:lvl5pPr>
          </a:lstStyle>
          <a:p>
            <a:pPr lvl="0"/>
            <a:r>
              <a:rPr lang="en-US" noProof="0"/>
              <a:t>Quote Goes Here</a:t>
            </a:r>
          </a:p>
        </p:txBody>
      </p:sp>
    </p:spTree>
    <p:extLst>
      <p:ext uri="{BB962C8B-B14F-4D97-AF65-F5344CB8AC3E}">
        <p14:creationId xmlns:p14="http://schemas.microsoft.com/office/powerpoint/2010/main" val="4184935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11/23/2022</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AA314B25-B4AF-394E-BBDA-7E6BAD315F39}"/>
              </a:ext>
            </a:extLst>
          </p:cNvPr>
          <p:cNvSpPr/>
          <p:nvPr userDrawn="1"/>
        </p:nvSpPr>
        <p:spPr>
          <a:xfrm>
            <a:off x="3351057" y="0"/>
            <a:ext cx="8840943"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37575EF-0D14-6140-A91B-260C9C9DFE4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Title Placeholder 1">
            <a:extLst>
              <a:ext uri="{FF2B5EF4-FFF2-40B4-BE49-F238E27FC236}">
                <a16:creationId xmlns:a16="http://schemas.microsoft.com/office/drawing/2014/main" id="{82544261-8049-494B-A93D-BDFF1BB84722}"/>
              </a:ext>
            </a:extLst>
          </p:cNvPr>
          <p:cNvSpPr>
            <a:spLocks noGrp="1"/>
          </p:cNvSpPr>
          <p:nvPr>
            <p:ph type="title" hasCustomPrompt="1"/>
          </p:nvPr>
        </p:nvSpPr>
        <p:spPr>
          <a:xfrm>
            <a:off x="635000" y="3135207"/>
            <a:ext cx="4886854" cy="587584"/>
          </a:xfrm>
          <a:prstGeom prst="rect">
            <a:avLst/>
          </a:prstGeom>
        </p:spPr>
        <p:txBody>
          <a:bodyPr vert="horz" lIns="91440" tIns="45720" rIns="91440" bIns="45720" rtlCol="0" anchor="ctr">
            <a:normAutofit/>
          </a:bodyPr>
          <a:lstStyle>
            <a:lvl1pPr algn="ct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9214786D-83EE-814C-A5E4-D0EC7D29D0C4}"/>
              </a:ext>
            </a:extLst>
          </p:cNvPr>
          <p:cNvSpPr>
            <a:spLocks noGrp="1"/>
          </p:cNvSpPr>
          <p:nvPr>
            <p:ph sz="half" idx="2"/>
          </p:nvPr>
        </p:nvSpPr>
        <p:spPr>
          <a:xfrm>
            <a:off x="5575829" y="633875"/>
            <a:ext cx="5981171" cy="5590250"/>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solidFill>
                  <a:schemeClr val="tx1"/>
                </a:solidFill>
              </a:defRPr>
            </a:lvl2pPr>
            <a:lvl3pPr marL="612648" indent="-228600">
              <a:buClr>
                <a:schemeClr val="tx1"/>
              </a:buClr>
              <a:buFont typeface="+mj-lt"/>
              <a:buAutoNum type="arabicPeriod"/>
              <a:defRPr sz="1100">
                <a:solidFill>
                  <a:schemeClr val="tx1"/>
                </a:solidFill>
              </a:defRPr>
            </a:lvl3pPr>
            <a:lvl4pPr marL="795528" indent="-228600">
              <a:buClr>
                <a:schemeClr val="tx1"/>
              </a:buClr>
              <a:buFont typeface="+mj-lt"/>
              <a:buAutoNum type="arabicPeriod"/>
              <a:defRPr sz="1100">
                <a:solidFill>
                  <a:schemeClr val="tx1"/>
                </a:solidFill>
              </a:defRPr>
            </a:lvl4pPr>
            <a:lvl5pPr marL="978408" indent="-228600">
              <a:buClr>
                <a:schemeClr val="tx1"/>
              </a:buClr>
              <a:buFont typeface="+mj-lt"/>
              <a:buAutoNum type="arabicPeriod"/>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079185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11/23/2022</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2E148DD3-DD87-154B-80B4-2421965D3C83}"/>
              </a:ext>
            </a:extLst>
          </p:cNvPr>
          <p:cNvSpPr/>
          <p:nvPr userDrawn="1"/>
        </p:nvSpPr>
        <p:spPr>
          <a:xfrm>
            <a:off x="1" y="17145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42E4732-0E8F-7B46-BD08-0F2EE0DA8786}"/>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7" name="Title Placeholder 1">
            <a:extLst>
              <a:ext uri="{FF2B5EF4-FFF2-40B4-BE49-F238E27FC236}">
                <a16:creationId xmlns:a16="http://schemas.microsoft.com/office/drawing/2014/main" id="{6E73F81A-7260-5C4F-A7FF-CA2CC731BC33}"/>
              </a:ext>
            </a:extLst>
          </p:cNvPr>
          <p:cNvSpPr>
            <a:spLocks noGrp="1"/>
          </p:cNvSpPr>
          <p:nvPr>
            <p:ph type="title" hasCustomPrompt="1"/>
          </p:nvPr>
        </p:nvSpPr>
        <p:spPr>
          <a:xfrm>
            <a:off x="5443870" y="942871"/>
            <a:ext cx="5711810" cy="587584"/>
          </a:xfrm>
          <a:prstGeom prst="rect">
            <a:avLst/>
          </a:prstGeom>
        </p:spPr>
        <p:txBody>
          <a:bodyPr vert="horz" lIns="91440" tIns="45720" rIns="91440" bIns="45720" rtlCol="0" anchor="ctr">
            <a:normAutofit/>
          </a:bodyPr>
          <a:lstStyle/>
          <a:p>
            <a:r>
              <a:rPr lang="en-US" noProof="0"/>
              <a:t>CLICK TO EDIT MASTER TITLE STYLE</a:t>
            </a:r>
          </a:p>
        </p:txBody>
      </p:sp>
      <p:sp>
        <p:nvSpPr>
          <p:cNvPr id="9" name="Content Placeholder 3">
            <a:extLst>
              <a:ext uri="{FF2B5EF4-FFF2-40B4-BE49-F238E27FC236}">
                <a16:creationId xmlns:a16="http://schemas.microsoft.com/office/drawing/2014/main" id="{4CD13CD4-3E4F-2E41-ACF4-2446257D236F}"/>
              </a:ext>
            </a:extLst>
          </p:cNvPr>
          <p:cNvSpPr>
            <a:spLocks noGrp="1"/>
          </p:cNvSpPr>
          <p:nvPr>
            <p:ph sz="half" idx="2"/>
          </p:nvPr>
        </p:nvSpPr>
        <p:spPr>
          <a:xfrm>
            <a:off x="5443870" y="1973589"/>
            <a:ext cx="5711810" cy="3941540"/>
          </a:xfrm>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Content Placeholder 3">
            <a:extLst>
              <a:ext uri="{FF2B5EF4-FFF2-40B4-BE49-F238E27FC236}">
                <a16:creationId xmlns:a16="http://schemas.microsoft.com/office/drawing/2014/main" id="{D8E69886-8907-DB47-87C2-0621AF156D9F}"/>
              </a:ext>
            </a:extLst>
          </p:cNvPr>
          <p:cNvSpPr>
            <a:spLocks noGrp="1"/>
          </p:cNvSpPr>
          <p:nvPr>
            <p:ph sz="half" idx="14"/>
          </p:nvPr>
        </p:nvSpPr>
        <p:spPr>
          <a:xfrm>
            <a:off x="605170" y="621039"/>
            <a:ext cx="4589130" cy="5603086"/>
          </a:xfrm>
          <a:solidFill>
            <a:srgbClr val="EDEFF7"/>
          </a:solidFill>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626310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9C88DF2D-0421-A94C-82C1-867E1E5E4907}"/>
              </a:ext>
            </a:extLst>
          </p:cNvPr>
          <p:cNvSpPr/>
          <p:nvPr userDrawn="1"/>
        </p:nvSpPr>
        <p:spPr>
          <a:xfrm>
            <a:off x="10993582" y="0"/>
            <a:ext cx="1198418"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334D05A3-7A20-9447-8D39-F2980D85413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8" name="Rectangle 7">
            <a:extLst>
              <a:ext uri="{FF2B5EF4-FFF2-40B4-BE49-F238E27FC236}">
                <a16:creationId xmlns:a16="http://schemas.microsoft.com/office/drawing/2014/main" id="{DA134939-39C0-4522-A125-A13DFDA66490}"/>
              </a:ext>
            </a:extLst>
          </p:cNvPr>
          <p:cNvSpPr/>
          <p:nvPr/>
        </p:nvSpPr>
        <p:spPr>
          <a:xfrm>
            <a:off x="634999" y="3927894"/>
            <a:ext cx="10922000" cy="2326856"/>
          </a:xfrm>
          <a:prstGeom prst="rect">
            <a:avLst/>
          </a:prstGeom>
          <a:solidFill>
            <a:srgbClr val="F6F9F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35001" y="603250"/>
            <a:ext cx="10921998" cy="3294019"/>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 name="Title 1"/>
          <p:cNvSpPr>
            <a:spLocks noGrp="1"/>
          </p:cNvSpPr>
          <p:nvPr>
            <p:ph type="title"/>
          </p:nvPr>
        </p:nvSpPr>
        <p:spPr>
          <a:xfrm>
            <a:off x="1097279" y="4298078"/>
            <a:ext cx="10113645" cy="743682"/>
          </a:xfrm>
          <a:prstGeom prst="rect">
            <a:avLst/>
          </a:prstGeom>
        </p:spPr>
        <p:txBody>
          <a:bodyPr tIns="0" bIns="0" anchor="b">
            <a:noAutofit/>
          </a:bodyPr>
          <a:lstStyle>
            <a:lvl1pPr>
              <a:defRPr sz="3600" b="0">
                <a:solidFill>
                  <a:schemeClr val="tx1"/>
                </a:solidFill>
              </a:defRPr>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1097279" y="5213716"/>
            <a:ext cx="10113264" cy="609600"/>
          </a:xfrm>
        </p:spPr>
        <p:txBody>
          <a:bodyPr lIns="91440" tIns="0" rIns="91440" bIns="0">
            <a:normAutofit/>
          </a:bodyPr>
          <a:lstStyle>
            <a:lvl1pPr marL="0" indent="0">
              <a:spcBef>
                <a:spcPts val="0"/>
              </a:spcBef>
              <a:spcAft>
                <a:spcPts val="600"/>
              </a:spcAft>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noProof="0" smtClean="0"/>
              <a:t>11/23/2022</a:t>
            </a:fld>
            <a:endParaRPr lang="en-US" noProof="0"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noProof="0" dirty="0"/>
          </a:p>
        </p:txBody>
      </p:sp>
      <p:sp>
        <p:nvSpPr>
          <p:cNvPr id="7" name="Slide Number Placeholder 6"/>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4046387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552108B-1F90-0044-A7D4-0956E919F29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Placeholder 1"/>
          <p:cNvSpPr>
            <a:spLocks noGrp="1"/>
          </p:cNvSpPr>
          <p:nvPr>
            <p:ph type="title"/>
          </p:nvPr>
        </p:nvSpPr>
        <p:spPr>
          <a:xfrm>
            <a:off x="1097280" y="942871"/>
            <a:ext cx="10058400" cy="587584"/>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noProof="0" smtClean="0"/>
              <a:t>11/23/2022</a:t>
            </a:fld>
            <a:endParaRPr lang="en-US"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4360962"/>
      </p:ext>
    </p:extLst>
  </p:cSld>
  <p:clrMap bg1="lt1" tx1="dk1" bg2="lt2" tx2="dk2" accent1="accent1" accent2="accent2" accent3="accent3" accent4="accent4" accent5="accent5" accent6="accent6" hlink="hlink" folHlink="folHlink"/>
  <p:sldLayoutIdLst>
    <p:sldLayoutId id="2147483674" r:id="rId1"/>
    <p:sldLayoutId id="2147483693" r:id="rId2"/>
    <p:sldLayoutId id="2147483675" r:id="rId3"/>
    <p:sldLayoutId id="2147483684" r:id="rId4"/>
    <p:sldLayoutId id="2147483678" r:id="rId5"/>
    <p:sldLayoutId id="2147483688" r:id="rId6"/>
    <p:sldLayoutId id="2147483679" r:id="rId7"/>
    <p:sldLayoutId id="2147483692" r:id="rId8"/>
    <p:sldLayoutId id="2147483691" r:id="rId9"/>
    <p:sldLayoutId id="2147483690" r:id="rId10"/>
    <p:sldLayoutId id="2147483689" r:id="rId11"/>
    <p:sldLayoutId id="2147483683" r:id="rId12"/>
  </p:sldLayoutIdLst>
  <p:hf sldNum="0" hdr="0" ftr="0" dt="0"/>
  <p:txStyles>
    <p:titleStyle>
      <a:lvl1pPr algn="l" defTabSz="914400" rtl="0" eaLnBrk="1" latinLnBrk="0" hangingPunct="1">
        <a:lnSpc>
          <a:spcPct val="90000"/>
        </a:lnSpc>
        <a:spcBef>
          <a:spcPct val="0"/>
        </a:spcBef>
        <a:buNone/>
        <a:defRPr sz="2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p:txBody>
          <a:bodyPr/>
          <a:lstStyle/>
          <a:p>
            <a:r>
              <a:rPr lang="en-US" smtClean="0"/>
              <a:t>SSH Protocol</a:t>
            </a:r>
            <a:endParaRPr lang="en-US" dirty="0"/>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p:txBody>
          <a:bodyPr/>
          <a:lstStyle/>
          <a:p>
            <a:r>
              <a:rPr lang="en-US" smtClean="0"/>
              <a:t>Lý thuyết và triển khai</a:t>
            </a:r>
            <a:endParaRPr lang="en-US" dirty="0"/>
          </a:p>
        </p:txBody>
      </p:sp>
    </p:spTree>
    <p:extLst>
      <p:ext uri="{BB962C8B-B14F-4D97-AF65-F5344CB8AC3E}">
        <p14:creationId xmlns:p14="http://schemas.microsoft.com/office/powerpoint/2010/main" val="1833365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A9AC8-EA60-644D-9DDA-B76203EA1E87}"/>
              </a:ext>
            </a:extLst>
          </p:cNvPr>
          <p:cNvSpPr>
            <a:spLocks noGrp="1"/>
          </p:cNvSpPr>
          <p:nvPr>
            <p:ph type="title"/>
          </p:nvPr>
        </p:nvSpPr>
        <p:spPr/>
        <p:txBody>
          <a:bodyPr>
            <a:noAutofit/>
          </a:bodyPr>
          <a:lstStyle/>
          <a:p>
            <a:r>
              <a:rPr lang="en-US" sz="3600" smtClean="0">
                <a:solidFill>
                  <a:schemeClr val="tx1"/>
                </a:solidFill>
              </a:rPr>
              <a:t>OUTLINE</a:t>
            </a:r>
            <a:br>
              <a:rPr lang="en-US" sz="3600" smtClean="0">
                <a:solidFill>
                  <a:schemeClr val="tx1"/>
                </a:solidFill>
              </a:rPr>
            </a:br>
            <a:r>
              <a:rPr lang="en-US" sz="3600" smtClean="0">
                <a:solidFill>
                  <a:schemeClr val="tx1"/>
                </a:solidFill>
              </a:rPr>
              <a:t>SSH</a:t>
            </a:r>
            <a:endParaRPr lang="en-US" sz="3600" dirty="0">
              <a:solidFill>
                <a:schemeClr val="tx1"/>
              </a:solidFill>
            </a:endParaRPr>
          </a:p>
        </p:txBody>
      </p:sp>
      <p:sp>
        <p:nvSpPr>
          <p:cNvPr id="17" name="Content Placeholder 16">
            <a:extLst>
              <a:ext uri="{FF2B5EF4-FFF2-40B4-BE49-F238E27FC236}">
                <a16:creationId xmlns:a16="http://schemas.microsoft.com/office/drawing/2014/main" id="{8E7591AD-81F4-2E45-AE36-F4DA40C19031}"/>
              </a:ext>
            </a:extLst>
          </p:cNvPr>
          <p:cNvSpPr>
            <a:spLocks noGrp="1"/>
          </p:cNvSpPr>
          <p:nvPr>
            <p:ph sz="half" idx="2"/>
          </p:nvPr>
        </p:nvSpPr>
        <p:spPr/>
        <p:txBody>
          <a:bodyPr>
            <a:normAutofit/>
          </a:bodyPr>
          <a:lstStyle/>
          <a:p>
            <a:r>
              <a:rPr lang="en-US" sz="2400" smtClean="0">
                <a:latin typeface="Arial" panose="020B0604020202020204" pitchFamily="34" charset="0"/>
                <a:cs typeface="Arial" panose="020B0604020202020204" pitchFamily="34" charset="0"/>
              </a:rPr>
              <a:t>Giới thiệu </a:t>
            </a:r>
            <a:endParaRPr lang="en-US" sz="2400" dirty="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Chức năng </a:t>
            </a:r>
            <a:endParaRPr lang="en-US" sz="2400" dirty="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Kiến trúc</a:t>
            </a:r>
            <a:endParaRPr lang="en-US" sz="2400" dirty="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Cơ chế hoạt động và mã hóa</a:t>
            </a:r>
            <a:endParaRPr lang="en-US" sz="2400" dirty="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Triển khai</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68987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E51183-D0D9-A74B-94F0-9EC0104A75F3}"/>
              </a:ext>
            </a:extLst>
          </p:cNvPr>
          <p:cNvSpPr>
            <a:spLocks noGrp="1"/>
          </p:cNvSpPr>
          <p:nvPr>
            <p:ph type="title"/>
          </p:nvPr>
        </p:nvSpPr>
        <p:spPr/>
        <p:txBody>
          <a:bodyPr/>
          <a:lstStyle/>
          <a:p>
            <a:pPr>
              <a:tabLst>
                <a:tab pos="3308350" algn="l"/>
              </a:tabLst>
            </a:pPr>
            <a:r>
              <a:rPr lang="en-US">
                <a:solidFill>
                  <a:schemeClr val="tx1">
                    <a:lumMod val="85000"/>
                    <a:lumOff val="15000"/>
                  </a:schemeClr>
                </a:solidFill>
              </a:rPr>
              <a:t>WHAT </a:t>
            </a:r>
            <a:r>
              <a:rPr lang="en-US" smtClean="0">
                <a:solidFill>
                  <a:schemeClr val="tx1">
                    <a:lumMod val="85000"/>
                    <a:lumOff val="15000"/>
                  </a:schemeClr>
                </a:solidFill>
              </a:rPr>
              <a:t>is</a:t>
            </a:r>
            <a:br>
              <a:rPr lang="en-US" smtClean="0">
                <a:solidFill>
                  <a:schemeClr val="tx1">
                    <a:lumMod val="85000"/>
                    <a:lumOff val="15000"/>
                  </a:schemeClr>
                </a:solidFill>
              </a:rPr>
            </a:br>
            <a:r>
              <a:rPr lang="en-US" smtClean="0">
                <a:solidFill>
                  <a:schemeClr val="tx1">
                    <a:lumMod val="85000"/>
                    <a:lumOff val="15000"/>
                  </a:schemeClr>
                </a:solidFill>
              </a:rPr>
              <a:t>SSH</a:t>
            </a:r>
            <a:endParaRPr lang="en-US" dirty="0">
              <a:solidFill>
                <a:schemeClr val="tx1">
                  <a:lumMod val="85000"/>
                  <a:lumOff val="15000"/>
                </a:schemeClr>
              </a:solidFill>
            </a:endParaRPr>
          </a:p>
        </p:txBody>
      </p:sp>
      <p:sp>
        <p:nvSpPr>
          <p:cNvPr id="5" name="Content Placeholder 4">
            <a:extLst>
              <a:ext uri="{FF2B5EF4-FFF2-40B4-BE49-F238E27FC236}">
                <a16:creationId xmlns:a16="http://schemas.microsoft.com/office/drawing/2014/main" id="{319ED1B1-6FE0-FA43-95C4-366DBD1F1305}"/>
              </a:ext>
            </a:extLst>
          </p:cNvPr>
          <p:cNvSpPr>
            <a:spLocks noGrp="1"/>
          </p:cNvSpPr>
          <p:nvPr>
            <p:ph sz="half" idx="2"/>
          </p:nvPr>
        </p:nvSpPr>
        <p:spPr>
          <a:xfrm>
            <a:off x="7540794" y="831286"/>
            <a:ext cx="3745515" cy="5195425"/>
          </a:xfrm>
        </p:spPr>
        <p:txBody>
          <a:bodyPr>
            <a:normAutofit/>
          </a:bodyPr>
          <a:lstStyle/>
          <a:p>
            <a:pPr marL="0" indent="0">
              <a:buFont typeface="Calibri" panose="020F0502020204030204" pitchFamily="34" charset="0"/>
              <a:buNone/>
            </a:pPr>
            <a:r>
              <a:rPr lang="vi-VN" sz="2400" spc="200"/>
              <a:t>SSH, hay Secure Shell, là một giao thức mạng cho phép một máy tính kết nối an toàn với một máy tính khác qua mạng không bảo mật như internet, bằng việc có một thỏa thuận chung về cách thức liên lạc. SSH là một giao thức application layer, là layer thứ 7 của mô hình OSI.</a:t>
            </a:r>
            <a:endParaRPr lang="en-US" sz="2400" spc="200" dirty="0">
              <a:solidFill>
                <a:schemeClr val="tx1"/>
              </a:solidFill>
            </a:endParaRPr>
          </a:p>
        </p:txBody>
      </p:sp>
    </p:spTree>
    <p:extLst>
      <p:ext uri="{BB962C8B-B14F-4D97-AF65-F5344CB8AC3E}">
        <p14:creationId xmlns:p14="http://schemas.microsoft.com/office/powerpoint/2010/main" val="971976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00900CD-B943-934F-857F-30AA913FE9D9}"/>
              </a:ext>
            </a:extLst>
          </p:cNvPr>
          <p:cNvSpPr>
            <a:spLocks noGrp="1"/>
          </p:cNvSpPr>
          <p:nvPr>
            <p:ph type="title"/>
          </p:nvPr>
        </p:nvSpPr>
        <p:spPr/>
        <p:txBody>
          <a:bodyPr/>
          <a:lstStyle/>
          <a:p>
            <a:r>
              <a:rPr lang="en-US" smtClean="0">
                <a:latin typeface="Calibri" panose="020F0502020204030204" pitchFamily="34" charset="0"/>
                <a:cs typeface="Calibri" panose="020F0502020204030204" pitchFamily="34" charset="0"/>
              </a:rPr>
              <a:t>CHức năng của ssh</a:t>
            </a:r>
            <a:endParaRPr lang="en-US" dirty="0">
              <a:latin typeface="Calibri" panose="020F0502020204030204" pitchFamily="34" charset="0"/>
              <a:cs typeface="Calibri" panose="020F0502020204030204" pitchFamily="34" charset="0"/>
            </a:endParaRPr>
          </a:p>
        </p:txBody>
      </p:sp>
      <p:sp>
        <p:nvSpPr>
          <p:cNvPr id="12" name="Content Placeholder 11">
            <a:extLst>
              <a:ext uri="{FF2B5EF4-FFF2-40B4-BE49-F238E27FC236}">
                <a16:creationId xmlns:a16="http://schemas.microsoft.com/office/drawing/2014/main" id="{2A09EEBC-5E2C-D240-A5D6-6952B8392E49}"/>
              </a:ext>
            </a:extLst>
          </p:cNvPr>
          <p:cNvSpPr>
            <a:spLocks noGrp="1"/>
          </p:cNvSpPr>
          <p:nvPr>
            <p:ph sz="half" idx="2"/>
          </p:nvPr>
        </p:nvSpPr>
        <p:spPr/>
        <p:txBody>
          <a:bodyPr>
            <a:normAutofit/>
          </a:bodyPr>
          <a:lstStyle/>
          <a:p>
            <a:pPr marL="285750" indent="-285750">
              <a:buFont typeface="Wingdings" panose="05000000000000000000" pitchFamily="2" charset="2"/>
              <a:buChar char="Ø"/>
            </a:pPr>
            <a:r>
              <a:rPr lang="en-GB" sz="1800"/>
              <a:t>Chức năng chủ yếu của SSH là remote </a:t>
            </a:r>
            <a:r>
              <a:rPr lang="en-GB" sz="1800" smtClean="0"/>
              <a:t>login</a:t>
            </a:r>
          </a:p>
          <a:p>
            <a:pPr marL="285750" indent="-285750">
              <a:buFont typeface="Wingdings" panose="05000000000000000000" pitchFamily="2" charset="2"/>
              <a:buChar char="Ø"/>
            </a:pPr>
            <a:r>
              <a:rPr lang="en-GB" sz="1800"/>
              <a:t>Ngoài ra còn có chức năng khác: truyền file an toàn với SCP, </a:t>
            </a:r>
            <a:r>
              <a:rPr lang="en-GB" sz="1800" smtClean="0"/>
              <a:t>SFTP</a:t>
            </a:r>
          </a:p>
          <a:p>
            <a:pPr marL="285750" indent="-285750">
              <a:buFont typeface="Wingdings" panose="05000000000000000000" pitchFamily="2" charset="2"/>
              <a:buChar char="Ø"/>
            </a:pPr>
            <a:r>
              <a:rPr lang="en-GB" sz="1800" smtClean="0"/>
              <a:t>Nó có thể được sử dụng để bảo vệ bất kỳ ứng dụng mạng nào nhờ cơ chế Port Forwarding</a:t>
            </a:r>
          </a:p>
        </p:txBody>
      </p:sp>
      <p:pic>
        <p:nvPicPr>
          <p:cNvPr id="27" name="Picture Placeholder 26">
            <a:extLst>
              <a:ext uri="{FF2B5EF4-FFF2-40B4-BE49-F238E27FC236}">
                <a16:creationId xmlns:a16="http://schemas.microsoft.com/office/drawing/2014/main" id="{1E23C3D4-3265-654A-93D6-FE4FDACECE7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5945187" y="633875"/>
            <a:ext cx="5591175" cy="5591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55359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graphicFrame>
        <p:nvGraphicFramePr>
          <p:cNvPr id="18" name="Table 4">
            <a:extLst>
              <a:ext uri="{FF2B5EF4-FFF2-40B4-BE49-F238E27FC236}">
                <a16:creationId xmlns:a16="http://schemas.microsoft.com/office/drawing/2014/main" id="{CEAD8830-262F-F14F-8007-721D1F2C1E87}"/>
              </a:ext>
            </a:extLst>
          </p:cNvPr>
          <p:cNvGraphicFramePr>
            <a:graphicFrameLocks noGrp="1"/>
          </p:cNvGraphicFramePr>
          <p:nvPr>
            <p:ph idx="1"/>
            <p:extLst>
              <p:ext uri="{D42A27DB-BD31-4B8C-83A1-F6EECF244321}">
                <p14:modId xmlns:p14="http://schemas.microsoft.com/office/powerpoint/2010/main" val="3253245261"/>
              </p:ext>
            </p:extLst>
          </p:nvPr>
        </p:nvGraphicFramePr>
        <p:xfrm>
          <a:off x="1097280" y="1782701"/>
          <a:ext cx="10058400" cy="3999489"/>
        </p:xfrm>
        <a:graphic>
          <a:graphicData uri="http://schemas.openxmlformats.org/drawingml/2006/table">
            <a:tbl>
              <a:tblPr firstRow="1" bandRow="1">
                <a:tableStyleId>{B301B821-A1FF-4177-AEE7-76D212191A09}</a:tableStyleId>
              </a:tblPr>
              <a:tblGrid>
                <a:gridCol w="3352800">
                  <a:extLst>
                    <a:ext uri="{9D8B030D-6E8A-4147-A177-3AD203B41FA5}">
                      <a16:colId xmlns:a16="http://schemas.microsoft.com/office/drawing/2014/main" val="3628234326"/>
                    </a:ext>
                  </a:extLst>
                </a:gridCol>
                <a:gridCol w="3352800">
                  <a:extLst>
                    <a:ext uri="{9D8B030D-6E8A-4147-A177-3AD203B41FA5}">
                      <a16:colId xmlns:a16="http://schemas.microsoft.com/office/drawing/2014/main" val="1083199451"/>
                    </a:ext>
                  </a:extLst>
                </a:gridCol>
                <a:gridCol w="3352800">
                  <a:extLst>
                    <a:ext uri="{9D8B030D-6E8A-4147-A177-3AD203B41FA5}">
                      <a16:colId xmlns:a16="http://schemas.microsoft.com/office/drawing/2014/main" val="1334118722"/>
                    </a:ext>
                  </a:extLst>
                </a:gridCol>
              </a:tblGrid>
              <a:tr h="1065750">
                <a:tc>
                  <a:txBody>
                    <a:bodyPr/>
                    <a:lstStyle/>
                    <a:p>
                      <a:pPr algn="ctr"/>
                      <a:endParaRPr lang="en-US" sz="2400" b="0" cap="all" spc="150" dirty="0">
                        <a:solidFill>
                          <a:schemeClr val="lt1"/>
                        </a:solidFill>
                      </a:endParaRPr>
                    </a:p>
                  </a:txBody>
                  <a:tcPr marL="224212" marR="224212" marT="224212" marB="224212"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cap="all" spc="150" smtClean="0">
                          <a:solidFill>
                            <a:schemeClr val="lt1"/>
                          </a:solidFill>
                        </a:rPr>
                        <a:t>SSH APPlication</a:t>
                      </a:r>
                      <a:endParaRPr lang="en-US" sz="2400" b="0" cap="all" spc="150" dirty="0">
                        <a:solidFill>
                          <a:schemeClr val="lt1"/>
                        </a:solidFill>
                      </a:endParaRPr>
                    </a:p>
                  </a:txBody>
                  <a:tcPr marL="224212" marR="224212" marT="224212" marB="224212"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cap="all" spc="150" dirty="0">
                        <a:solidFill>
                          <a:schemeClr val="lt1"/>
                        </a:solidFill>
                      </a:endParaRPr>
                    </a:p>
                  </a:txBody>
                  <a:tcPr marL="224212" marR="224212" marT="224212" marB="224212" anchor="ctr">
                    <a:solidFill>
                      <a:schemeClr val="tx1"/>
                    </a:solidFill>
                  </a:tcPr>
                </a:tc>
                <a:extLst>
                  <a:ext uri="{0D108BD9-81ED-4DB2-BD59-A6C34878D82A}">
                    <a16:rowId xmlns:a16="http://schemas.microsoft.com/office/drawing/2014/main" val="4160608299"/>
                  </a:ext>
                </a:extLst>
              </a:tr>
              <a:tr h="977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smtClean="0">
                          <a:solidFill>
                            <a:schemeClr val="tx1"/>
                          </a:solidFill>
                        </a:rPr>
                        <a:t>SSH</a:t>
                      </a:r>
                      <a:r>
                        <a:rPr lang="en-US" sz="2000" b="0" cap="none" spc="0" baseline="0" smtClean="0">
                          <a:solidFill>
                            <a:schemeClr val="tx1"/>
                          </a:solidFill>
                        </a:rPr>
                        <a:t>-AUTH</a:t>
                      </a:r>
                      <a:endParaRPr lang="en-US" sz="2000" b="0" cap="none" spc="0" dirty="0">
                        <a:solidFill>
                          <a:schemeClr val="tx1"/>
                        </a:solidFill>
                      </a:endParaRPr>
                    </a:p>
                  </a:txBody>
                  <a:tcPr marL="224212" marR="224212" marT="224212" marB="224212" anchor="ctr">
                    <a:solidFill>
                      <a:srgbClr val="F6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solidFill>
                      </a:endParaRPr>
                    </a:p>
                  </a:txBody>
                  <a:tcPr marL="224212" marR="224212" marT="224212" marB="224212" anchor="ctr">
                    <a:solidFill>
                      <a:srgbClr val="F6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smtClean="0">
                          <a:solidFill>
                            <a:schemeClr val="tx1"/>
                          </a:solidFill>
                        </a:rPr>
                        <a:t>SSH</a:t>
                      </a:r>
                      <a:r>
                        <a:rPr lang="en-US" sz="2000" b="0" cap="none" spc="0" baseline="0" smtClean="0">
                          <a:solidFill>
                            <a:schemeClr val="tx1"/>
                          </a:solidFill>
                        </a:rPr>
                        <a:t>-CONN</a:t>
                      </a:r>
                      <a:endParaRPr lang="en-US" sz="2000" b="0" cap="none" spc="0" dirty="0">
                        <a:solidFill>
                          <a:schemeClr val="tx1"/>
                        </a:solidFill>
                      </a:endParaRPr>
                    </a:p>
                  </a:txBody>
                  <a:tcPr marL="224212" marR="224212" marT="224212" marB="224212" anchor="ctr">
                    <a:solidFill>
                      <a:srgbClr val="F6F9FF"/>
                    </a:solidFill>
                  </a:tcPr>
                </a:tc>
                <a:extLst>
                  <a:ext uri="{0D108BD9-81ED-4DB2-BD59-A6C34878D82A}">
                    <a16:rowId xmlns:a16="http://schemas.microsoft.com/office/drawing/2014/main" val="3947518332"/>
                  </a:ext>
                </a:extLst>
              </a:tr>
              <a:tr h="977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solidFill>
                      </a:endParaRPr>
                    </a:p>
                  </a:txBody>
                  <a:tcPr marL="224212" marR="224212" marT="224212" marB="224212" anchor="ctr">
                    <a:lnB w="12700" cap="flat" cmpd="sng" algn="ctr">
                      <a:solidFill>
                        <a:schemeClr val="tx1"/>
                      </a:solidFill>
                      <a:prstDash val="solid"/>
                      <a:round/>
                      <a:headEnd type="none" w="med" len="med"/>
                      <a:tailEnd type="none" w="med" len="med"/>
                    </a:lnB>
                    <a:solidFill>
                      <a:srgbClr val="ED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smtClean="0">
                          <a:solidFill>
                            <a:schemeClr val="tx1"/>
                          </a:solidFill>
                        </a:rPr>
                        <a:t>SSH-TRANS</a:t>
                      </a:r>
                      <a:endParaRPr lang="en-US" sz="2000" b="0" cap="none" spc="0" dirty="0">
                        <a:solidFill>
                          <a:schemeClr val="tx1"/>
                        </a:solidFill>
                      </a:endParaRPr>
                    </a:p>
                  </a:txBody>
                  <a:tcPr marL="224212" marR="224212" marT="224212" marB="224212" anchor="ctr">
                    <a:lnB w="12700" cap="flat" cmpd="sng" algn="ctr">
                      <a:solidFill>
                        <a:schemeClr val="tx1"/>
                      </a:solidFill>
                      <a:prstDash val="solid"/>
                      <a:round/>
                      <a:headEnd type="none" w="med" len="med"/>
                      <a:tailEnd type="none" w="med" len="med"/>
                    </a:lnB>
                    <a:solidFill>
                      <a:srgbClr val="ED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solidFill>
                      </a:endParaRPr>
                    </a:p>
                  </a:txBody>
                  <a:tcPr marL="224212" marR="224212" marT="224212" marB="224212" anchor="ctr">
                    <a:lnB w="12700" cap="flat" cmpd="sng" algn="ctr">
                      <a:solidFill>
                        <a:schemeClr val="tx1"/>
                      </a:solidFill>
                      <a:prstDash val="solid"/>
                      <a:round/>
                      <a:headEnd type="none" w="med" len="med"/>
                      <a:tailEnd type="none" w="med" len="med"/>
                    </a:lnB>
                    <a:solidFill>
                      <a:srgbClr val="EDEFF7"/>
                    </a:solidFill>
                  </a:tcPr>
                </a:tc>
                <a:extLst>
                  <a:ext uri="{0D108BD9-81ED-4DB2-BD59-A6C34878D82A}">
                    <a16:rowId xmlns:a16="http://schemas.microsoft.com/office/drawing/2014/main" val="1445241155"/>
                  </a:ext>
                </a:extLst>
              </a:tr>
              <a:tr h="977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solidFill>
                      </a:endParaRPr>
                    </a:p>
                  </a:txBody>
                  <a:tcPr marL="224212" marR="224212" marT="224212" marB="224212"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cap="none" spc="0" smtClean="0">
                          <a:solidFill>
                            <a:schemeClr val="tx1"/>
                          </a:solidFill>
                        </a:rPr>
                        <a:t>TCP</a:t>
                      </a:r>
                      <a:endParaRPr lang="en-US" sz="2000" b="0" cap="none" spc="0" dirty="0">
                        <a:solidFill>
                          <a:schemeClr val="tx1"/>
                        </a:solidFill>
                      </a:endParaRPr>
                    </a:p>
                  </a:txBody>
                  <a:tcPr marL="224212" marR="224212" marT="224212" marB="2242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b="0" cap="none" spc="0" dirty="0">
                        <a:solidFill>
                          <a:schemeClr val="tx1"/>
                        </a:solidFill>
                      </a:endParaRPr>
                    </a:p>
                  </a:txBody>
                  <a:tcPr marL="224212" marR="224212" marT="224212" marB="224212"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805401240"/>
                  </a:ext>
                </a:extLst>
              </a:tr>
            </a:tbl>
          </a:graphicData>
        </a:graphic>
      </p:graphicFrame>
      <p:sp>
        <p:nvSpPr>
          <p:cNvPr id="16" name="Title 15">
            <a:extLst>
              <a:ext uri="{FF2B5EF4-FFF2-40B4-BE49-F238E27FC236}">
                <a16:creationId xmlns:a16="http://schemas.microsoft.com/office/drawing/2014/main" id="{09E9EE2C-A105-614C-A133-EF7DF2AD004A}"/>
              </a:ext>
            </a:extLst>
          </p:cNvPr>
          <p:cNvSpPr>
            <a:spLocks noGrp="1"/>
          </p:cNvSpPr>
          <p:nvPr>
            <p:ph type="title"/>
          </p:nvPr>
        </p:nvSpPr>
        <p:spPr/>
        <p:txBody>
          <a:bodyPr/>
          <a:lstStyle/>
          <a:p>
            <a:r>
              <a:rPr lang="en-US" smtClean="0"/>
              <a:t>Kiến trúc SSH</a:t>
            </a:r>
            <a:endParaRPr lang="en-US" dirty="0"/>
          </a:p>
        </p:txBody>
      </p:sp>
    </p:spTree>
    <p:extLst>
      <p:ext uri="{BB962C8B-B14F-4D97-AF65-F5344CB8AC3E}">
        <p14:creationId xmlns:p14="http://schemas.microsoft.com/office/powerpoint/2010/main" val="7074006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59CD-1242-F149-AB16-9D02E7C89131}"/>
              </a:ext>
            </a:extLst>
          </p:cNvPr>
          <p:cNvSpPr>
            <a:spLocks noGrp="1"/>
          </p:cNvSpPr>
          <p:nvPr>
            <p:ph type="title"/>
          </p:nvPr>
        </p:nvSpPr>
        <p:spPr>
          <a:xfrm>
            <a:off x="3240095" y="931818"/>
            <a:ext cx="5711810" cy="633472"/>
          </a:xfrm>
        </p:spPr>
        <p:txBody>
          <a:bodyPr/>
          <a:lstStyle/>
          <a:p>
            <a:pPr algn="ctr"/>
            <a:r>
              <a:rPr lang="en-US" smtClean="0">
                <a:latin typeface="Fira Code" pitchFamily="1" charset="0"/>
                <a:ea typeface="Fira Code" pitchFamily="1" charset="0"/>
                <a:cs typeface="Fira Code" pitchFamily="1" charset="0"/>
              </a:rPr>
              <a:t>CƠ CHẾ HOẠT ĐỘNG</a:t>
            </a:r>
            <a:endParaRPr lang="en-US" dirty="0">
              <a:latin typeface="Fira Code" pitchFamily="1" charset="0"/>
              <a:ea typeface="Fira Code" pitchFamily="1" charset="0"/>
              <a:cs typeface="Fira Code" pitchFamily="1" charset="0"/>
            </a:endParaRPr>
          </a:p>
        </p:txBody>
      </p:sp>
      <p:pic>
        <p:nvPicPr>
          <p:cNvPr id="7" name="Content Placeholder 6">
            <a:extLst>
              <a:ext uri="{FF2B5EF4-FFF2-40B4-BE49-F238E27FC236}">
                <a16:creationId xmlns:a16="http://schemas.microsoft.com/office/drawing/2014/main" id="{31DCECD3-2E44-5D44-9FA4-EC4D470EC66E}"/>
              </a:ext>
            </a:extLst>
          </p:cNvPr>
          <p:cNvPicPr>
            <a:picLocks noGrp="1" noChangeAspect="1"/>
          </p:cNvPicPr>
          <p:nvPr>
            <p:ph sz="half" idx="14"/>
          </p:nvPr>
        </p:nvPicPr>
        <p:blipFill>
          <a:blip r:embed="rId3">
            <a:extLst>
              <a:ext uri="{28A0092B-C50C-407E-A947-70E740481C1C}">
                <a14:useLocalDpi xmlns:a14="http://schemas.microsoft.com/office/drawing/2010/main" val="0"/>
              </a:ext>
            </a:extLst>
          </a:blip>
          <a:stretch>
            <a:fillRect/>
          </a:stretch>
        </p:blipFill>
        <p:spPr>
          <a:xfrm>
            <a:off x="1202102" y="1970395"/>
            <a:ext cx="9787797" cy="3368223"/>
          </a:xfrm>
        </p:spPr>
      </p:pic>
    </p:spTree>
    <p:extLst>
      <p:ext uri="{BB962C8B-B14F-4D97-AF65-F5344CB8AC3E}">
        <p14:creationId xmlns:p14="http://schemas.microsoft.com/office/powerpoint/2010/main" val="4176208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4" name="TextBox 3"/>
          <p:cNvSpPr txBox="1"/>
          <p:nvPr/>
        </p:nvSpPr>
        <p:spPr>
          <a:xfrm>
            <a:off x="3231931" y="1008994"/>
            <a:ext cx="5728138" cy="461665"/>
          </a:xfrm>
          <a:prstGeom prst="rect">
            <a:avLst/>
          </a:prstGeom>
          <a:noFill/>
        </p:spPr>
        <p:txBody>
          <a:bodyPr wrap="square" rtlCol="0">
            <a:spAutoFit/>
          </a:bodyPr>
          <a:lstStyle/>
          <a:p>
            <a:pPr algn="ctr"/>
            <a:r>
              <a:rPr lang="en-GB" sz="2400" smtClean="0">
                <a:latin typeface="Fira Code" pitchFamily="1" charset="0"/>
                <a:ea typeface="Fira Code" pitchFamily="1" charset="0"/>
                <a:cs typeface="Fira Code" pitchFamily="1" charset="0"/>
              </a:rPr>
              <a:t>CÁC KỸ THUẬT MÃ HÓA</a:t>
            </a:r>
            <a:endParaRPr lang="en-GB" sz="2400">
              <a:latin typeface="Fira Code" pitchFamily="1" charset="0"/>
              <a:ea typeface="Fira Code" pitchFamily="1" charset="0"/>
              <a:cs typeface="Fira Code" pitchFamily="1" charset="0"/>
            </a:endParaRPr>
          </a:p>
        </p:txBody>
      </p:sp>
      <p:graphicFrame>
        <p:nvGraphicFramePr>
          <p:cNvPr id="7" name="Diagram 6"/>
          <p:cNvGraphicFramePr/>
          <p:nvPr>
            <p:extLst>
              <p:ext uri="{D42A27DB-BD31-4B8C-83A1-F6EECF244321}">
                <p14:modId xmlns:p14="http://schemas.microsoft.com/office/powerpoint/2010/main" val="2054824858"/>
              </p:ext>
            </p:extLst>
          </p:nvPr>
        </p:nvGraphicFramePr>
        <p:xfrm>
          <a:off x="635876" y="1734206"/>
          <a:ext cx="10920248" cy="4403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11504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descr="Smart Art graphic of Picture Accent Process">
            <a:extLst>
              <a:ext uri="{FF2B5EF4-FFF2-40B4-BE49-F238E27FC236}">
                <a16:creationId xmlns:a16="http://schemas.microsoft.com/office/drawing/2014/main" id="{BE8337B7-28C4-492B-8228-3183A1C23832}"/>
              </a:ext>
            </a:extLst>
          </p:cNvPr>
          <p:cNvGraphicFramePr>
            <a:graphicFrameLocks noGrp="1"/>
          </p:cNvGraphicFramePr>
          <p:nvPr>
            <p:ph idx="1"/>
            <p:extLst>
              <p:ext uri="{D42A27DB-BD31-4B8C-83A1-F6EECF244321}">
                <p14:modId xmlns:p14="http://schemas.microsoft.com/office/powerpoint/2010/main" val="1954994421"/>
              </p:ext>
            </p:extLst>
          </p:nvPr>
        </p:nvGraphicFramePr>
        <p:xfrm>
          <a:off x="1096963" y="2154341"/>
          <a:ext cx="10058400" cy="3760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003F7245-B0E5-484F-88D0-FA9D0C77C036}"/>
              </a:ext>
            </a:extLst>
          </p:cNvPr>
          <p:cNvSpPr>
            <a:spLocks noGrp="1"/>
          </p:cNvSpPr>
          <p:nvPr>
            <p:ph type="title"/>
          </p:nvPr>
        </p:nvSpPr>
        <p:spPr/>
        <p:txBody>
          <a:bodyPr/>
          <a:lstStyle/>
          <a:p>
            <a:r>
              <a:rPr lang="en-US" smtClean="0"/>
              <a:t>Đảm bảo an toàn kết nối sử dụng SSH</a:t>
            </a:r>
            <a:endParaRPr lang="en-US" dirty="0"/>
          </a:p>
        </p:txBody>
      </p:sp>
    </p:spTree>
    <p:extLst>
      <p:ext uri="{BB962C8B-B14F-4D97-AF65-F5344CB8AC3E}">
        <p14:creationId xmlns:p14="http://schemas.microsoft.com/office/powerpoint/2010/main" val="40286265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6" descr="SmartArt Process diagram">
            <a:extLst>
              <a:ext uri="{FF2B5EF4-FFF2-40B4-BE49-F238E27FC236}">
                <a16:creationId xmlns:a16="http://schemas.microsoft.com/office/drawing/2014/main" id="{668F23AC-E03A-498E-B416-C53303ABA132}"/>
              </a:ext>
            </a:extLst>
          </p:cNvPr>
          <p:cNvGraphicFramePr>
            <a:graphicFrameLocks noGrp="1"/>
          </p:cNvGraphicFramePr>
          <p:nvPr>
            <p:ph idx="1"/>
            <p:extLst>
              <p:ext uri="{D42A27DB-BD31-4B8C-83A1-F6EECF244321}">
                <p14:modId xmlns:p14="http://schemas.microsoft.com/office/powerpoint/2010/main" val="3585268311"/>
              </p:ext>
            </p:extLst>
          </p:nvPr>
        </p:nvGraphicFramePr>
        <p:xfrm>
          <a:off x="1066800" y="1968859"/>
          <a:ext cx="10058400" cy="3760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86531FB3-8761-4C62-A879-97C144611878}"/>
              </a:ext>
            </a:extLst>
          </p:cNvPr>
          <p:cNvSpPr>
            <a:spLocks noGrp="1"/>
          </p:cNvSpPr>
          <p:nvPr>
            <p:ph type="title"/>
          </p:nvPr>
        </p:nvSpPr>
        <p:spPr/>
        <p:txBody>
          <a:bodyPr/>
          <a:lstStyle/>
          <a:p>
            <a:r>
              <a:rPr lang="en-US" smtClean="0"/>
              <a:t>Roadmap SSH</a:t>
            </a:r>
            <a:endParaRPr lang="en-US" dirty="0"/>
          </a:p>
        </p:txBody>
      </p:sp>
    </p:spTree>
    <p:extLst>
      <p:ext uri="{BB962C8B-B14F-4D97-AF65-F5344CB8AC3E}">
        <p14:creationId xmlns:p14="http://schemas.microsoft.com/office/powerpoint/2010/main" val="1402096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1847" y="646063"/>
            <a:ext cx="8768306" cy="3592830"/>
          </a:xfrm>
          <a:prstGeom prst="rect">
            <a:avLst/>
          </a:prstGeom>
          <a:pattFill prst="pct5">
            <a:fgClr>
              <a:schemeClr val="tx2"/>
            </a:fgClr>
            <a:bgClr>
              <a:schemeClr val="bg1"/>
            </a:bgClr>
          </a:pattFill>
        </p:spPr>
      </p:pic>
      <p:sp>
        <p:nvSpPr>
          <p:cNvPr id="13" name="TextBox 12"/>
          <p:cNvSpPr txBox="1"/>
          <p:nvPr/>
        </p:nvSpPr>
        <p:spPr>
          <a:xfrm>
            <a:off x="1711847" y="4415246"/>
            <a:ext cx="3758361" cy="923330"/>
          </a:xfrm>
          <a:prstGeom prst="rect">
            <a:avLst/>
          </a:prstGeom>
          <a:noFill/>
        </p:spPr>
        <p:txBody>
          <a:bodyPr wrap="square" rtlCol="0">
            <a:spAutoFit/>
          </a:bodyPr>
          <a:lstStyle/>
          <a:p>
            <a:r>
              <a:rPr lang="en-GB" smtClean="0"/>
              <a:t>OS: Ubuntu</a:t>
            </a:r>
          </a:p>
          <a:p>
            <a:r>
              <a:rPr lang="en-GB" smtClean="0"/>
              <a:t>IP: </a:t>
            </a:r>
            <a:r>
              <a:rPr lang="en-US" smtClean="0"/>
              <a:t>10.1.1.10</a:t>
            </a:r>
          </a:p>
          <a:p>
            <a:r>
              <a:rPr lang="en-GB" smtClean="0"/>
              <a:t>Software: OpenSSH-Workstation</a:t>
            </a:r>
            <a:endParaRPr lang="en-GB"/>
          </a:p>
        </p:txBody>
      </p:sp>
      <p:sp>
        <p:nvSpPr>
          <p:cNvPr id="14" name="TextBox 13"/>
          <p:cNvSpPr txBox="1"/>
          <p:nvPr/>
        </p:nvSpPr>
        <p:spPr>
          <a:xfrm>
            <a:off x="7438279" y="4415246"/>
            <a:ext cx="4017238" cy="923330"/>
          </a:xfrm>
          <a:prstGeom prst="rect">
            <a:avLst/>
          </a:prstGeom>
          <a:noFill/>
        </p:spPr>
        <p:txBody>
          <a:bodyPr wrap="square" rtlCol="0">
            <a:spAutoFit/>
          </a:bodyPr>
          <a:lstStyle/>
          <a:p>
            <a:r>
              <a:rPr lang="en-GB" smtClean="0"/>
              <a:t>OS: Ubuntu</a:t>
            </a:r>
          </a:p>
          <a:p>
            <a:r>
              <a:rPr lang="en-GB" smtClean="0"/>
              <a:t>IP: </a:t>
            </a:r>
            <a:r>
              <a:rPr lang="en-US" smtClean="0"/>
              <a:t>10.1.1.20</a:t>
            </a:r>
          </a:p>
          <a:p>
            <a:r>
              <a:rPr lang="en-GB" smtClean="0"/>
              <a:t>Software</a:t>
            </a:r>
            <a:r>
              <a:rPr lang="en-GB" smtClean="0"/>
              <a:t>: OpenSSH-Server</a:t>
            </a:r>
            <a:endParaRPr lang="en-GB"/>
          </a:p>
        </p:txBody>
      </p:sp>
    </p:spTree>
    <p:extLst>
      <p:ext uri="{BB962C8B-B14F-4D97-AF65-F5344CB8AC3E}">
        <p14:creationId xmlns:p14="http://schemas.microsoft.com/office/powerpoint/2010/main" val="26820598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8DFFB7C0-8017-5C49-82B9-22CA9BCE8138}"/>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42423" y="646793"/>
            <a:ext cx="10931268" cy="5606972"/>
          </a:xfrm>
        </p:spPr>
      </p:pic>
    </p:spTree>
    <p:extLst>
      <p:ext uri="{BB962C8B-B14F-4D97-AF65-F5344CB8AC3E}">
        <p14:creationId xmlns:p14="http://schemas.microsoft.com/office/powerpoint/2010/main" val="351221724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VTI">
  <a:themeElements>
    <a:clrScheme name="MONO">
      <a:dk1>
        <a:srgbClr val="000000"/>
      </a:dk1>
      <a:lt1>
        <a:srgbClr val="ECEEF7"/>
      </a:lt1>
      <a:dk2>
        <a:srgbClr val="000000"/>
      </a:dk2>
      <a:lt2>
        <a:srgbClr val="F5F8FF"/>
      </a:lt2>
      <a:accent1>
        <a:srgbClr val="ECEEF7"/>
      </a:accent1>
      <a:accent2>
        <a:srgbClr val="F5F8FF"/>
      </a:accent2>
      <a:accent3>
        <a:srgbClr val="A1A2A9"/>
      </a:accent3>
      <a:accent4>
        <a:srgbClr val="141514"/>
      </a:accent4>
      <a:accent5>
        <a:srgbClr val="000000"/>
      </a:accent5>
      <a:accent6>
        <a:srgbClr val="96969C"/>
      </a:accent6>
      <a:hlink>
        <a:srgbClr val="5F6063"/>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inimalist_Light_Sales Pitch_02_Win32_AS_v3" id="{A204E388-A84B-4CC6-98FC-54ED9900B3CD}" vid="{1AF041A9-EA2C-4539-9272-70AF2168FE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29FA76-0C86-4BF1-99F1-A3115FBFFAB0}">
  <ds:schemaRefs>
    <ds:schemaRef ds:uri="http://schemas.microsoft.com/sharepoint/v3/contenttype/forms"/>
  </ds:schemaRefs>
</ds:datastoreItem>
</file>

<file path=customXml/itemProps2.xml><?xml version="1.0" encoding="utf-8"?>
<ds:datastoreItem xmlns:ds="http://schemas.openxmlformats.org/officeDocument/2006/customXml" ds:itemID="{44FAF7B5-E40C-46BE-9C83-DA251FCAE61E}">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E0A43D08-F4F9-4D95-9CB2-7DE3744160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sales pitch</Template>
  <TotalTime>0</TotalTime>
  <Words>291</Words>
  <Application>Microsoft Office PowerPoint</Application>
  <PresentationFormat>Widescreen</PresentationFormat>
  <Paragraphs>48</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Century Gothic</vt:lpstr>
      <vt:lpstr>Fira Code</vt:lpstr>
      <vt:lpstr>Helvetica Neue Medium</vt:lpstr>
      <vt:lpstr>Times New Roman</vt:lpstr>
      <vt:lpstr>Wingdings</vt:lpstr>
      <vt:lpstr>RetrospectVTI</vt:lpstr>
      <vt:lpstr>SSH Protocol</vt:lpstr>
      <vt:lpstr>OUTLINE SSH</vt:lpstr>
      <vt:lpstr>WHAT is SSH</vt:lpstr>
      <vt:lpstr>CHức năng của ssh</vt:lpstr>
      <vt:lpstr>Kiến trúc SSH</vt:lpstr>
      <vt:lpstr>CƠ CHẾ HOẠT ĐỘNG</vt:lpstr>
      <vt:lpstr>PowerPoint Presentation</vt:lpstr>
      <vt:lpstr>Đảm bảo an toàn kết nối sử dụng SSH</vt:lpstr>
      <vt:lpstr>Roadmap SSH</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2022-11-22T08:31:03Z</dcterms:created>
  <dcterms:modified xsi:type="dcterms:W3CDTF">2022-11-22T20:00:05Z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